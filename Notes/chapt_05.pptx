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7"/>
  </p:notesMasterIdLst>
  <p:handoutMasterIdLst>
    <p:handoutMasterId r:id="rId38"/>
  </p:handoutMasterIdLst>
  <p:sldIdLst>
    <p:sldId id="256" r:id="rId2"/>
    <p:sldId id="341" r:id="rId3"/>
    <p:sldId id="328" r:id="rId4"/>
    <p:sldId id="329" r:id="rId5"/>
    <p:sldId id="330" r:id="rId6"/>
    <p:sldId id="331" r:id="rId7"/>
    <p:sldId id="332" r:id="rId8"/>
    <p:sldId id="333" r:id="rId9"/>
    <p:sldId id="334" r:id="rId10"/>
    <p:sldId id="335" r:id="rId11"/>
    <p:sldId id="343" r:id="rId12"/>
    <p:sldId id="344" r:id="rId13"/>
    <p:sldId id="345" r:id="rId14"/>
    <p:sldId id="348" r:id="rId15"/>
    <p:sldId id="349" r:id="rId16"/>
    <p:sldId id="350" r:id="rId17"/>
    <p:sldId id="351" r:id="rId18"/>
    <p:sldId id="352" r:id="rId19"/>
    <p:sldId id="353" r:id="rId20"/>
    <p:sldId id="354" r:id="rId21"/>
    <p:sldId id="355" r:id="rId22"/>
    <p:sldId id="361" r:id="rId23"/>
    <p:sldId id="362" r:id="rId24"/>
    <p:sldId id="342" r:id="rId25"/>
    <p:sldId id="314" r:id="rId26"/>
    <p:sldId id="264" r:id="rId27"/>
    <p:sldId id="272" r:id="rId28"/>
    <p:sldId id="363" r:id="rId29"/>
    <p:sldId id="364" r:id="rId30"/>
    <p:sldId id="273" r:id="rId31"/>
    <p:sldId id="274" r:id="rId32"/>
    <p:sldId id="275" r:id="rId33"/>
    <p:sldId id="324" r:id="rId34"/>
    <p:sldId id="327" r:id="rId35"/>
    <p:sldId id="325" r:id="rId36"/>
  </p:sldIdLst>
  <p:sldSz cx="9144000" cy="6858000" type="screen4x3"/>
  <p:notesSz cx="6858000" cy="9144000"/>
  <p:defaultTextStyle>
    <a:defPPr>
      <a:defRPr lang="en-US"/>
    </a:defPPr>
    <a:lvl1pPr algn="l" rtl="0" fontAlgn="base">
      <a:spcBef>
        <a:spcPct val="0"/>
      </a:spcBef>
      <a:spcAft>
        <a:spcPct val="0"/>
      </a:spcAft>
      <a:defRPr sz="21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1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1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1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100" kern="1200">
        <a:solidFill>
          <a:schemeClr val="tx1"/>
        </a:solidFill>
        <a:latin typeface="Arial" panose="020B0604020202020204" pitchFamily="34" charset="0"/>
        <a:ea typeface="+mn-ea"/>
        <a:cs typeface="+mn-cs"/>
      </a:defRPr>
    </a:lvl5pPr>
    <a:lvl6pPr marL="2286000" algn="l" defTabSz="914400" rtl="0" eaLnBrk="1" latinLnBrk="0" hangingPunct="1">
      <a:defRPr sz="2100" kern="1200">
        <a:solidFill>
          <a:schemeClr val="tx1"/>
        </a:solidFill>
        <a:latin typeface="Arial" panose="020B0604020202020204" pitchFamily="34" charset="0"/>
        <a:ea typeface="+mn-ea"/>
        <a:cs typeface="+mn-cs"/>
      </a:defRPr>
    </a:lvl6pPr>
    <a:lvl7pPr marL="2743200" algn="l" defTabSz="914400" rtl="0" eaLnBrk="1" latinLnBrk="0" hangingPunct="1">
      <a:defRPr sz="2100" kern="1200">
        <a:solidFill>
          <a:schemeClr val="tx1"/>
        </a:solidFill>
        <a:latin typeface="Arial" panose="020B0604020202020204" pitchFamily="34" charset="0"/>
        <a:ea typeface="+mn-ea"/>
        <a:cs typeface="+mn-cs"/>
      </a:defRPr>
    </a:lvl7pPr>
    <a:lvl8pPr marL="3200400" algn="l" defTabSz="914400" rtl="0" eaLnBrk="1" latinLnBrk="0" hangingPunct="1">
      <a:defRPr sz="2100" kern="1200">
        <a:solidFill>
          <a:schemeClr val="tx1"/>
        </a:solidFill>
        <a:latin typeface="Arial" panose="020B0604020202020204" pitchFamily="34" charset="0"/>
        <a:ea typeface="+mn-ea"/>
        <a:cs typeface="+mn-cs"/>
      </a:defRPr>
    </a:lvl8pPr>
    <a:lvl9pPr marL="3657600" algn="l" defTabSz="914400" rtl="0" eaLnBrk="1" latinLnBrk="0" hangingPunct="1">
      <a:defRPr sz="21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04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53E647-624F-097D-E5C9-4640857D6178}" v="21" dt="2020-04-05T04:31:23.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13" autoAdjust="0"/>
    <p:restoredTop sz="90929"/>
  </p:normalViewPr>
  <p:slideViewPr>
    <p:cSldViewPr>
      <p:cViewPr varScale="1">
        <p:scale>
          <a:sx n="71" d="100"/>
          <a:sy n="71" d="100"/>
        </p:scale>
        <p:origin x="-90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Browning" userId="S::mrb0094@auburn.edu::e751dd8a-2d39-4444-b55c-b42b2da651e2" providerId="AD" clId="Web-{F153E647-624F-097D-E5C9-4640857D6178}"/>
    <pc:docChg chg="delSld">
      <pc:chgData name="Matthew Browning" userId="S::mrb0094@auburn.edu::e751dd8a-2d39-4444-b55c-b42b2da651e2" providerId="AD" clId="Web-{F153E647-624F-097D-E5C9-4640857D6178}" dt="2020-04-05T04:31:23.829" v="20"/>
      <pc:docMkLst>
        <pc:docMk/>
      </pc:docMkLst>
      <pc:sldChg chg="del">
        <pc:chgData name="Matthew Browning" userId="S::mrb0094@auburn.edu::e751dd8a-2d39-4444-b55c-b42b2da651e2" providerId="AD" clId="Web-{F153E647-624F-097D-E5C9-4640857D6178}" dt="2020-04-05T04:31:23.829" v="20"/>
        <pc:sldMkLst>
          <pc:docMk/>
          <pc:sldMk cId="0" sldId="263"/>
        </pc:sldMkLst>
      </pc:sldChg>
      <pc:sldChg chg="del">
        <pc:chgData name="Matthew Browning" userId="S::mrb0094@auburn.edu::e751dd8a-2d39-4444-b55c-b42b2da651e2" providerId="AD" clId="Web-{F153E647-624F-097D-E5C9-4640857D6178}" dt="2020-04-05T04:30:55.704" v="7"/>
        <pc:sldMkLst>
          <pc:docMk/>
          <pc:sldMk cId="0" sldId="265"/>
        </pc:sldMkLst>
      </pc:sldChg>
      <pc:sldChg chg="del">
        <pc:chgData name="Matthew Browning" userId="S::mrb0094@auburn.edu::e751dd8a-2d39-4444-b55c-b42b2da651e2" providerId="AD" clId="Web-{F153E647-624F-097D-E5C9-4640857D6178}" dt="2020-04-05T04:30:58.188" v="8"/>
        <pc:sldMkLst>
          <pc:docMk/>
          <pc:sldMk cId="0" sldId="276"/>
        </pc:sldMkLst>
      </pc:sldChg>
      <pc:sldChg chg="del">
        <pc:chgData name="Matthew Browning" userId="S::mrb0094@auburn.edu::e751dd8a-2d39-4444-b55c-b42b2da651e2" providerId="AD" clId="Web-{F153E647-624F-097D-E5C9-4640857D6178}" dt="2020-04-05T04:31:02.641" v="10"/>
        <pc:sldMkLst>
          <pc:docMk/>
          <pc:sldMk cId="0" sldId="277"/>
        </pc:sldMkLst>
      </pc:sldChg>
      <pc:sldChg chg="del">
        <pc:chgData name="Matthew Browning" userId="S::mrb0094@auburn.edu::e751dd8a-2d39-4444-b55c-b42b2da651e2" providerId="AD" clId="Web-{F153E647-624F-097D-E5C9-4640857D6178}" dt="2020-04-05T04:31:05.282" v="11"/>
        <pc:sldMkLst>
          <pc:docMk/>
          <pc:sldMk cId="0" sldId="278"/>
        </pc:sldMkLst>
      </pc:sldChg>
      <pc:sldChg chg="del">
        <pc:chgData name="Matthew Browning" userId="S::mrb0094@auburn.edu::e751dd8a-2d39-4444-b55c-b42b2da651e2" providerId="AD" clId="Web-{F153E647-624F-097D-E5C9-4640857D6178}" dt="2020-04-05T04:31:07.563" v="12"/>
        <pc:sldMkLst>
          <pc:docMk/>
          <pc:sldMk cId="0" sldId="279"/>
        </pc:sldMkLst>
      </pc:sldChg>
      <pc:sldChg chg="del">
        <pc:chgData name="Matthew Browning" userId="S::mrb0094@auburn.edu::e751dd8a-2d39-4444-b55c-b42b2da651e2" providerId="AD" clId="Web-{F153E647-624F-097D-E5C9-4640857D6178}" dt="2020-04-05T04:31:09.204" v="13"/>
        <pc:sldMkLst>
          <pc:docMk/>
          <pc:sldMk cId="0" sldId="280"/>
        </pc:sldMkLst>
      </pc:sldChg>
      <pc:sldChg chg="del">
        <pc:chgData name="Matthew Browning" userId="S::mrb0094@auburn.edu::e751dd8a-2d39-4444-b55c-b42b2da651e2" providerId="AD" clId="Web-{F153E647-624F-097D-E5C9-4640857D6178}" dt="2020-04-05T04:31:00.001" v="9"/>
        <pc:sldMkLst>
          <pc:docMk/>
          <pc:sldMk cId="0" sldId="318"/>
        </pc:sldMkLst>
      </pc:sldChg>
      <pc:sldChg chg="del">
        <pc:chgData name="Matthew Browning" userId="S::mrb0094@auburn.edu::e751dd8a-2d39-4444-b55c-b42b2da651e2" providerId="AD" clId="Web-{F153E647-624F-097D-E5C9-4640857D6178}" dt="2020-04-05T04:31:11.688" v="14"/>
        <pc:sldMkLst>
          <pc:docMk/>
          <pc:sldMk cId="0" sldId="321"/>
        </pc:sldMkLst>
      </pc:sldChg>
      <pc:sldChg chg="del">
        <pc:chgData name="Matthew Browning" userId="S::mrb0094@auburn.edu::e751dd8a-2d39-4444-b55c-b42b2da651e2" providerId="AD" clId="Web-{F153E647-624F-097D-E5C9-4640857D6178}" dt="2020-04-05T04:28:52.735" v="0"/>
        <pc:sldMkLst>
          <pc:docMk/>
          <pc:sldMk cId="0" sldId="336"/>
        </pc:sldMkLst>
      </pc:sldChg>
      <pc:sldChg chg="del">
        <pc:chgData name="Matthew Browning" userId="S::mrb0094@auburn.edu::e751dd8a-2d39-4444-b55c-b42b2da651e2" providerId="AD" clId="Web-{F153E647-624F-097D-E5C9-4640857D6178}" dt="2020-04-05T04:29:13.344" v="1"/>
        <pc:sldMkLst>
          <pc:docMk/>
          <pc:sldMk cId="0" sldId="337"/>
        </pc:sldMkLst>
      </pc:sldChg>
      <pc:sldChg chg="del">
        <pc:chgData name="Matthew Browning" userId="S::mrb0094@auburn.edu::e751dd8a-2d39-4444-b55c-b42b2da651e2" providerId="AD" clId="Web-{F153E647-624F-097D-E5C9-4640857D6178}" dt="2020-04-05T04:29:15.657" v="2"/>
        <pc:sldMkLst>
          <pc:docMk/>
          <pc:sldMk cId="0" sldId="338"/>
        </pc:sldMkLst>
      </pc:sldChg>
      <pc:sldChg chg="del">
        <pc:chgData name="Matthew Browning" userId="S::mrb0094@auburn.edu::e751dd8a-2d39-4444-b55c-b42b2da651e2" providerId="AD" clId="Web-{F153E647-624F-097D-E5C9-4640857D6178}" dt="2020-04-05T04:29:31.391" v="3"/>
        <pc:sldMkLst>
          <pc:docMk/>
          <pc:sldMk cId="0" sldId="339"/>
        </pc:sldMkLst>
      </pc:sldChg>
      <pc:sldChg chg="del">
        <pc:chgData name="Matthew Browning" userId="S::mrb0094@auburn.edu::e751dd8a-2d39-4444-b55c-b42b2da651e2" providerId="AD" clId="Web-{F153E647-624F-097D-E5C9-4640857D6178}" dt="2020-04-05T04:29:35.391" v="4"/>
        <pc:sldMkLst>
          <pc:docMk/>
          <pc:sldMk cId="0" sldId="340"/>
        </pc:sldMkLst>
      </pc:sldChg>
      <pc:sldChg chg="del">
        <pc:chgData name="Matthew Browning" userId="S::mrb0094@auburn.edu::e751dd8a-2d39-4444-b55c-b42b2da651e2" providerId="AD" clId="Web-{F153E647-624F-097D-E5C9-4640857D6178}" dt="2020-04-05T04:30:07.313" v="5"/>
        <pc:sldMkLst>
          <pc:docMk/>
          <pc:sldMk cId="0" sldId="346"/>
        </pc:sldMkLst>
      </pc:sldChg>
      <pc:sldChg chg="del">
        <pc:chgData name="Matthew Browning" userId="S::mrb0094@auburn.edu::e751dd8a-2d39-4444-b55c-b42b2da651e2" providerId="AD" clId="Web-{F153E647-624F-097D-E5C9-4640857D6178}" dt="2020-04-05T04:30:08.969" v="6"/>
        <pc:sldMkLst>
          <pc:docMk/>
          <pc:sldMk cId="0" sldId="347"/>
        </pc:sldMkLst>
      </pc:sldChg>
      <pc:sldChg chg="del">
        <pc:chgData name="Matthew Browning" userId="S::mrb0094@auburn.edu::e751dd8a-2d39-4444-b55c-b42b2da651e2" providerId="AD" clId="Web-{F153E647-624F-097D-E5C9-4640857D6178}" dt="2020-04-05T04:31:12.860" v="15"/>
        <pc:sldMkLst>
          <pc:docMk/>
          <pc:sldMk cId="0" sldId="365"/>
        </pc:sldMkLst>
      </pc:sldChg>
      <pc:sldChg chg="del">
        <pc:chgData name="Matthew Browning" userId="S::mrb0094@auburn.edu::e751dd8a-2d39-4444-b55c-b42b2da651e2" providerId="AD" clId="Web-{F153E647-624F-097D-E5C9-4640857D6178}" dt="2020-04-05T04:31:14.704" v="16"/>
        <pc:sldMkLst>
          <pc:docMk/>
          <pc:sldMk cId="0" sldId="366"/>
        </pc:sldMkLst>
      </pc:sldChg>
      <pc:sldChg chg="del">
        <pc:chgData name="Matthew Browning" userId="S::mrb0094@auburn.edu::e751dd8a-2d39-4444-b55c-b42b2da651e2" providerId="AD" clId="Web-{F153E647-624F-097D-E5C9-4640857D6178}" dt="2020-04-05T04:31:16.391" v="17"/>
        <pc:sldMkLst>
          <pc:docMk/>
          <pc:sldMk cId="0" sldId="367"/>
        </pc:sldMkLst>
      </pc:sldChg>
      <pc:sldChg chg="del">
        <pc:chgData name="Matthew Browning" userId="S::mrb0094@auburn.edu::e751dd8a-2d39-4444-b55c-b42b2da651e2" providerId="AD" clId="Web-{F153E647-624F-097D-E5C9-4640857D6178}" dt="2020-04-05T04:31:17.938" v="18"/>
        <pc:sldMkLst>
          <pc:docMk/>
          <pc:sldMk cId="0" sldId="368"/>
        </pc:sldMkLst>
      </pc:sldChg>
      <pc:sldChg chg="del">
        <pc:chgData name="Matthew Browning" userId="S::mrb0094@auburn.edu::e751dd8a-2d39-4444-b55c-b42b2da651e2" providerId="AD" clId="Web-{F153E647-624F-097D-E5C9-4640857D6178}" dt="2020-04-05T04:31:19.688" v="19"/>
        <pc:sldMkLst>
          <pc:docMk/>
          <pc:sldMk cId="0" sldId="369"/>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23969A0-634B-4C71-B23A-18767ACA1EF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ltLang="en-US"/>
          </a:p>
        </p:txBody>
      </p:sp>
      <p:sp>
        <p:nvSpPr>
          <p:cNvPr id="32771" name="Rectangle 3">
            <a:extLst>
              <a:ext uri="{FF2B5EF4-FFF2-40B4-BE49-F238E27FC236}">
                <a16:creationId xmlns:a16="http://schemas.microsoft.com/office/drawing/2014/main" id="{F4EADF3E-C50A-425E-8F01-92E4F4257A3F}"/>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ltLang="en-US"/>
          </a:p>
        </p:txBody>
      </p:sp>
      <p:sp>
        <p:nvSpPr>
          <p:cNvPr id="32772" name="Rectangle 4">
            <a:extLst>
              <a:ext uri="{FF2B5EF4-FFF2-40B4-BE49-F238E27FC236}">
                <a16:creationId xmlns:a16="http://schemas.microsoft.com/office/drawing/2014/main" id="{440E0C57-D4FE-4868-8D43-D4037E64167C}"/>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ltLang="en-US"/>
          </a:p>
        </p:txBody>
      </p:sp>
      <p:sp>
        <p:nvSpPr>
          <p:cNvPr id="32773" name="Rectangle 5">
            <a:extLst>
              <a:ext uri="{FF2B5EF4-FFF2-40B4-BE49-F238E27FC236}">
                <a16:creationId xmlns:a16="http://schemas.microsoft.com/office/drawing/2014/main" id="{ED3C9968-C24D-466B-ADA1-BBD782873EC0}"/>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40B760F0-D26A-4ECF-A86C-04E7B475CCE7}"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203FD54-D32C-4A5C-8565-DD744DB4E94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en-US"/>
          </a:p>
        </p:txBody>
      </p:sp>
      <p:sp>
        <p:nvSpPr>
          <p:cNvPr id="35843" name="Rectangle 3">
            <a:extLst>
              <a:ext uri="{FF2B5EF4-FFF2-40B4-BE49-F238E27FC236}">
                <a16:creationId xmlns:a16="http://schemas.microsoft.com/office/drawing/2014/main" id="{04FACDF5-CA33-40D3-923C-AC5E53F8E83C}"/>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en-US"/>
          </a:p>
        </p:txBody>
      </p:sp>
      <p:sp>
        <p:nvSpPr>
          <p:cNvPr id="60420" name="Rectangle 4">
            <a:extLst>
              <a:ext uri="{FF2B5EF4-FFF2-40B4-BE49-F238E27FC236}">
                <a16:creationId xmlns:a16="http://schemas.microsoft.com/office/drawing/2014/main" id="{C07AFFEE-DD0F-447D-AC31-D48A7FE1D84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7976BD6D-85C0-4D88-B2DF-BBB70F9FDC92}"/>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5846" name="Rectangle 6">
            <a:extLst>
              <a:ext uri="{FF2B5EF4-FFF2-40B4-BE49-F238E27FC236}">
                <a16:creationId xmlns:a16="http://schemas.microsoft.com/office/drawing/2014/main" id="{2FCD3D7B-753F-47E1-89E6-6B0BCA499B73}"/>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en-US"/>
          </a:p>
        </p:txBody>
      </p:sp>
      <p:sp>
        <p:nvSpPr>
          <p:cNvPr id="35847" name="Rectangle 7">
            <a:extLst>
              <a:ext uri="{FF2B5EF4-FFF2-40B4-BE49-F238E27FC236}">
                <a16:creationId xmlns:a16="http://schemas.microsoft.com/office/drawing/2014/main" id="{8AF795D4-86F5-4940-92BB-89C86BCAF0FC}"/>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ED04077-D036-4CC6-B3AB-7A43D2A427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
            <a:extLst>
              <a:ext uri="{FF2B5EF4-FFF2-40B4-BE49-F238E27FC236}">
                <a16:creationId xmlns:a16="http://schemas.microsoft.com/office/drawing/2014/main" id="{DBAAA60C-9005-44DA-ABFE-8CCC53860F0E}"/>
              </a:ext>
            </a:extLst>
          </p:cNvPr>
          <p:cNvGrpSpPr>
            <a:grpSpLocks/>
          </p:cNvGrpSpPr>
          <p:nvPr/>
        </p:nvGrpSpPr>
        <p:grpSpPr bwMode="auto">
          <a:xfrm>
            <a:off x="-1035050" y="1552575"/>
            <a:ext cx="10179050" cy="5305425"/>
            <a:chOff x="-652" y="978"/>
            <a:chExt cx="6412" cy="3342"/>
          </a:xfrm>
        </p:grpSpPr>
        <p:sp>
          <p:nvSpPr>
            <p:cNvPr id="5" name="Freeform 3">
              <a:extLst>
                <a:ext uri="{FF2B5EF4-FFF2-40B4-BE49-F238E27FC236}">
                  <a16:creationId xmlns:a16="http://schemas.microsoft.com/office/drawing/2014/main" id="{8FFA9482-C13E-4DD4-9E00-A11D0310A193}"/>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latin typeface="Arial" charset="0"/>
              </a:endParaRPr>
            </a:p>
          </p:txBody>
        </p:sp>
        <p:sp>
          <p:nvSpPr>
            <p:cNvPr id="6" name="Arc 4">
              <a:extLst>
                <a:ext uri="{FF2B5EF4-FFF2-40B4-BE49-F238E27FC236}">
                  <a16:creationId xmlns:a16="http://schemas.microsoft.com/office/drawing/2014/main" id="{1FBC57AD-FC2B-45FD-8FFB-AF3E26AB11DA}"/>
                </a:ext>
              </a:extLst>
            </p:cNvPr>
            <p:cNvSpPr>
              <a:spLocks/>
            </p:cNvSpPr>
            <p:nvPr/>
          </p:nvSpPr>
          <p:spPr bwMode="auto">
            <a:xfrm>
              <a:off x="-652" y="978"/>
              <a:ext cx="4237" cy="3342"/>
            </a:xfrm>
            <a:custGeom>
              <a:avLst/>
              <a:gdLst>
                <a:gd name="T0" fmla="*/ 30 w 21600"/>
                <a:gd name="T1" fmla="*/ 0 h 21231"/>
                <a:gd name="T2" fmla="*/ 163 w 21600"/>
                <a:gd name="T3" fmla="*/ 83 h 21231"/>
                <a:gd name="T4" fmla="*/ 0 w 21600"/>
                <a:gd name="T5" fmla="*/ 83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7" name="Rectangle 5"/>
          <p:cNvSpPr>
            <a:spLocks noGrp="1" noChangeArrowheads="1"/>
          </p:cNvSpPr>
          <p:nvPr>
            <p:ph type="ctrTitle" sz="quarter"/>
          </p:nvPr>
        </p:nvSpPr>
        <p:spPr>
          <a:xfrm>
            <a:off x="1293813" y="762000"/>
            <a:ext cx="7772400" cy="1143000"/>
          </a:xfrm>
        </p:spPr>
        <p:txBody>
          <a:bodyPr anchor="b"/>
          <a:lstStyle>
            <a:lvl1pPr>
              <a:defRPr/>
            </a:lvl1pPr>
          </a:lstStyle>
          <a:p>
            <a:pPr lvl="0"/>
            <a:r>
              <a:rPr lang="en-US" altLang="en-US" noProof="0"/>
              <a:t>Click to edit Master title style</a:t>
            </a:r>
          </a:p>
        </p:txBody>
      </p:sp>
      <p:sp>
        <p:nvSpPr>
          <p:cNvPr id="3078"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Tx/>
              <a:buNone/>
              <a:defRPr/>
            </a:lvl1pPr>
          </a:lstStyle>
          <a:p>
            <a:pPr lvl="0"/>
            <a:endParaRPr lang="en-US" altLang="en-US" noProof="0"/>
          </a:p>
        </p:txBody>
      </p:sp>
    </p:spTree>
    <p:extLst>
      <p:ext uri="{BB962C8B-B14F-4D97-AF65-F5344CB8AC3E}">
        <p14:creationId xmlns:p14="http://schemas.microsoft.com/office/powerpoint/2010/main" val="2589053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EF3CBA8F-1774-42EF-90E6-174A3B261A8A}"/>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A79330F5-3435-4FAA-AFE9-33D8E7E7D664}"/>
              </a:ext>
            </a:extLst>
          </p:cNvPr>
          <p:cNvSpPr>
            <a:spLocks noGrp="1" noChangeArrowheads="1"/>
          </p:cNvSpPr>
          <p:nvPr>
            <p:ph type="sldNum" sz="quarter" idx="11"/>
          </p:nvPr>
        </p:nvSpPr>
        <p:spPr>
          <a:ln/>
        </p:spPr>
        <p:txBody>
          <a:bodyPr/>
          <a:lstStyle>
            <a:lvl1pPr>
              <a:defRPr/>
            </a:lvl1pPr>
          </a:lstStyle>
          <a:p>
            <a:fld id="{BC3774E0-7B0F-40C3-95E2-5D7BF024D2C2}" type="slidenum">
              <a:rPr lang="en-US" altLang="en-US"/>
              <a:pPr/>
              <a:t>‹#›</a:t>
            </a:fld>
            <a:endParaRPr lang="en-US" altLang="en-US"/>
          </a:p>
        </p:txBody>
      </p:sp>
    </p:spTree>
    <p:extLst>
      <p:ext uri="{BB962C8B-B14F-4D97-AF65-F5344CB8AC3E}">
        <p14:creationId xmlns:p14="http://schemas.microsoft.com/office/powerpoint/2010/main" val="3119804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2D848412-4CA9-4DC1-AE43-3215C5C04483}"/>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DAEB79D5-9301-4393-A928-4F692FE8B85B}"/>
              </a:ext>
            </a:extLst>
          </p:cNvPr>
          <p:cNvSpPr>
            <a:spLocks noGrp="1" noChangeArrowheads="1"/>
          </p:cNvSpPr>
          <p:nvPr>
            <p:ph type="sldNum" sz="quarter" idx="11"/>
          </p:nvPr>
        </p:nvSpPr>
        <p:spPr>
          <a:ln/>
        </p:spPr>
        <p:txBody>
          <a:bodyPr/>
          <a:lstStyle>
            <a:lvl1pPr>
              <a:defRPr/>
            </a:lvl1pPr>
          </a:lstStyle>
          <a:p>
            <a:fld id="{749B8379-A75E-48F6-A342-866290DBAA36}" type="slidenum">
              <a:rPr lang="en-US" altLang="en-US"/>
              <a:pPr/>
              <a:t>‹#›</a:t>
            </a:fld>
            <a:endParaRPr lang="en-US" altLang="en-US"/>
          </a:p>
        </p:txBody>
      </p:sp>
    </p:spTree>
    <p:extLst>
      <p:ext uri="{BB962C8B-B14F-4D97-AF65-F5344CB8AC3E}">
        <p14:creationId xmlns:p14="http://schemas.microsoft.com/office/powerpoint/2010/main" val="318398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1430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F5673972-AFAE-4EBA-AF38-57D0151A996D}"/>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6" name="Rectangle 9">
            <a:extLst>
              <a:ext uri="{FF2B5EF4-FFF2-40B4-BE49-F238E27FC236}">
                <a16:creationId xmlns:a16="http://schemas.microsoft.com/office/drawing/2014/main" id="{14368D5D-8A44-4F2E-A1BD-4406A8714F47}"/>
              </a:ext>
            </a:extLst>
          </p:cNvPr>
          <p:cNvSpPr>
            <a:spLocks noGrp="1" noChangeArrowheads="1"/>
          </p:cNvSpPr>
          <p:nvPr>
            <p:ph type="sldNum" sz="quarter" idx="11"/>
          </p:nvPr>
        </p:nvSpPr>
        <p:spPr>
          <a:ln/>
        </p:spPr>
        <p:txBody>
          <a:bodyPr/>
          <a:lstStyle>
            <a:lvl1pPr>
              <a:defRPr/>
            </a:lvl1pPr>
          </a:lstStyle>
          <a:p>
            <a:fld id="{891FE8E8-D32F-40BF-B5B7-E35EC116D506}" type="slidenum">
              <a:rPr lang="en-US" altLang="en-US"/>
              <a:pPr/>
              <a:t>‹#›</a:t>
            </a:fld>
            <a:endParaRPr lang="en-US" altLang="en-US"/>
          </a:p>
        </p:txBody>
      </p:sp>
    </p:spTree>
    <p:extLst>
      <p:ext uri="{BB962C8B-B14F-4D97-AF65-F5344CB8AC3E}">
        <p14:creationId xmlns:p14="http://schemas.microsoft.com/office/powerpoint/2010/main" val="1015155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7C4D30D6-4662-4C08-9158-CE3FAF48B400}"/>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8" name="Rectangle 9">
            <a:extLst>
              <a:ext uri="{FF2B5EF4-FFF2-40B4-BE49-F238E27FC236}">
                <a16:creationId xmlns:a16="http://schemas.microsoft.com/office/drawing/2014/main" id="{01217BBE-7C63-49A9-AFEC-BF4ECE650103}"/>
              </a:ext>
            </a:extLst>
          </p:cNvPr>
          <p:cNvSpPr>
            <a:spLocks noGrp="1" noChangeArrowheads="1"/>
          </p:cNvSpPr>
          <p:nvPr>
            <p:ph type="sldNum" sz="quarter" idx="11"/>
          </p:nvPr>
        </p:nvSpPr>
        <p:spPr>
          <a:ln/>
        </p:spPr>
        <p:txBody>
          <a:bodyPr/>
          <a:lstStyle>
            <a:lvl1pPr>
              <a:defRPr/>
            </a:lvl1pPr>
          </a:lstStyle>
          <a:p>
            <a:fld id="{DAF78137-AD35-40AB-9DDD-647097E4799C}" type="slidenum">
              <a:rPr lang="en-US" altLang="en-US"/>
              <a:pPr/>
              <a:t>‹#›</a:t>
            </a:fld>
            <a:endParaRPr lang="en-US" altLang="en-US"/>
          </a:p>
        </p:txBody>
      </p:sp>
    </p:spTree>
    <p:extLst>
      <p:ext uri="{BB962C8B-B14F-4D97-AF65-F5344CB8AC3E}">
        <p14:creationId xmlns:p14="http://schemas.microsoft.com/office/powerpoint/2010/main" val="1707997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ED7AA5C8-6E18-4F9B-8179-D5F2586CE822}"/>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4" name="Rectangle 9">
            <a:extLst>
              <a:ext uri="{FF2B5EF4-FFF2-40B4-BE49-F238E27FC236}">
                <a16:creationId xmlns:a16="http://schemas.microsoft.com/office/drawing/2014/main" id="{3AC653A2-5741-41A5-9A38-0E7DBB037229}"/>
              </a:ext>
            </a:extLst>
          </p:cNvPr>
          <p:cNvSpPr>
            <a:spLocks noGrp="1" noChangeArrowheads="1"/>
          </p:cNvSpPr>
          <p:nvPr>
            <p:ph type="sldNum" sz="quarter" idx="11"/>
          </p:nvPr>
        </p:nvSpPr>
        <p:spPr>
          <a:ln/>
        </p:spPr>
        <p:txBody>
          <a:bodyPr/>
          <a:lstStyle>
            <a:lvl1pPr>
              <a:defRPr/>
            </a:lvl1pPr>
          </a:lstStyle>
          <a:p>
            <a:fld id="{E1B341AF-A895-4689-87C2-7C59D010EC59}" type="slidenum">
              <a:rPr lang="en-US" altLang="en-US"/>
              <a:pPr/>
              <a:t>‹#›</a:t>
            </a:fld>
            <a:endParaRPr lang="en-US" altLang="en-US"/>
          </a:p>
        </p:txBody>
      </p:sp>
    </p:spTree>
    <p:extLst>
      <p:ext uri="{BB962C8B-B14F-4D97-AF65-F5344CB8AC3E}">
        <p14:creationId xmlns:p14="http://schemas.microsoft.com/office/powerpoint/2010/main" val="3861204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AAC0175-F7EA-41A5-9728-E49633020FF4}"/>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3" name="Rectangle 9">
            <a:extLst>
              <a:ext uri="{FF2B5EF4-FFF2-40B4-BE49-F238E27FC236}">
                <a16:creationId xmlns:a16="http://schemas.microsoft.com/office/drawing/2014/main" id="{B2112148-7CC2-4627-B7F5-E1F0843D60A1}"/>
              </a:ext>
            </a:extLst>
          </p:cNvPr>
          <p:cNvSpPr>
            <a:spLocks noGrp="1" noChangeArrowheads="1"/>
          </p:cNvSpPr>
          <p:nvPr>
            <p:ph type="sldNum" sz="quarter" idx="11"/>
          </p:nvPr>
        </p:nvSpPr>
        <p:spPr>
          <a:ln/>
        </p:spPr>
        <p:txBody>
          <a:bodyPr/>
          <a:lstStyle>
            <a:lvl1pPr>
              <a:defRPr/>
            </a:lvl1pPr>
          </a:lstStyle>
          <a:p>
            <a:fld id="{289E2A60-D790-42F5-A92F-71F719A743DB}" type="slidenum">
              <a:rPr lang="en-US" altLang="en-US"/>
              <a:pPr/>
              <a:t>‹#›</a:t>
            </a:fld>
            <a:endParaRPr lang="en-US" altLang="en-US"/>
          </a:p>
        </p:txBody>
      </p:sp>
    </p:spTree>
    <p:extLst>
      <p:ext uri="{BB962C8B-B14F-4D97-AF65-F5344CB8AC3E}">
        <p14:creationId xmlns:p14="http://schemas.microsoft.com/office/powerpoint/2010/main" val="618604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6D1FB2AB-187F-4891-8039-AC63B0F281F0}"/>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6" name="Rectangle 9">
            <a:extLst>
              <a:ext uri="{FF2B5EF4-FFF2-40B4-BE49-F238E27FC236}">
                <a16:creationId xmlns:a16="http://schemas.microsoft.com/office/drawing/2014/main" id="{EFA3F6E9-4D4C-41B9-90C9-DB24B23703A3}"/>
              </a:ext>
            </a:extLst>
          </p:cNvPr>
          <p:cNvSpPr>
            <a:spLocks noGrp="1" noChangeArrowheads="1"/>
          </p:cNvSpPr>
          <p:nvPr>
            <p:ph type="sldNum" sz="quarter" idx="11"/>
          </p:nvPr>
        </p:nvSpPr>
        <p:spPr>
          <a:ln/>
        </p:spPr>
        <p:txBody>
          <a:bodyPr/>
          <a:lstStyle>
            <a:lvl1pPr>
              <a:defRPr/>
            </a:lvl1pPr>
          </a:lstStyle>
          <a:p>
            <a:fld id="{768564F2-BA7C-456D-99E8-7F8289B80CB9}" type="slidenum">
              <a:rPr lang="en-US" altLang="en-US"/>
              <a:pPr/>
              <a:t>‹#›</a:t>
            </a:fld>
            <a:endParaRPr lang="en-US" altLang="en-US"/>
          </a:p>
        </p:txBody>
      </p:sp>
    </p:spTree>
    <p:extLst>
      <p:ext uri="{BB962C8B-B14F-4D97-AF65-F5344CB8AC3E}">
        <p14:creationId xmlns:p14="http://schemas.microsoft.com/office/powerpoint/2010/main" val="2362107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C1B2A736-5852-4DE2-85DB-DE77B206B4F3}"/>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6" name="Rectangle 9">
            <a:extLst>
              <a:ext uri="{FF2B5EF4-FFF2-40B4-BE49-F238E27FC236}">
                <a16:creationId xmlns:a16="http://schemas.microsoft.com/office/drawing/2014/main" id="{E9F17929-F7E0-476C-B43B-D95DC0931E36}"/>
              </a:ext>
            </a:extLst>
          </p:cNvPr>
          <p:cNvSpPr>
            <a:spLocks noGrp="1" noChangeArrowheads="1"/>
          </p:cNvSpPr>
          <p:nvPr>
            <p:ph type="sldNum" sz="quarter" idx="11"/>
          </p:nvPr>
        </p:nvSpPr>
        <p:spPr>
          <a:ln/>
        </p:spPr>
        <p:txBody>
          <a:bodyPr/>
          <a:lstStyle>
            <a:lvl1pPr>
              <a:defRPr/>
            </a:lvl1pPr>
          </a:lstStyle>
          <a:p>
            <a:fld id="{3AF579C0-3A66-41AF-80EB-A31D0FC5051D}" type="slidenum">
              <a:rPr lang="en-US" altLang="en-US"/>
              <a:pPr/>
              <a:t>‹#›</a:t>
            </a:fld>
            <a:endParaRPr lang="en-US" altLang="en-US"/>
          </a:p>
        </p:txBody>
      </p:sp>
    </p:spTree>
    <p:extLst>
      <p:ext uri="{BB962C8B-B14F-4D97-AF65-F5344CB8AC3E}">
        <p14:creationId xmlns:p14="http://schemas.microsoft.com/office/powerpoint/2010/main" val="131293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02128A02-661E-43D1-8B98-E8B7F25F3172}"/>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56E6BAA7-EA7B-4BF2-8E0B-C59DE8DBBB17}"/>
              </a:ext>
            </a:extLst>
          </p:cNvPr>
          <p:cNvSpPr>
            <a:spLocks noGrp="1" noChangeArrowheads="1"/>
          </p:cNvSpPr>
          <p:nvPr>
            <p:ph type="sldNum" sz="quarter" idx="11"/>
          </p:nvPr>
        </p:nvSpPr>
        <p:spPr>
          <a:ln/>
        </p:spPr>
        <p:txBody>
          <a:bodyPr/>
          <a:lstStyle>
            <a:lvl1pPr>
              <a:defRPr/>
            </a:lvl1pPr>
          </a:lstStyle>
          <a:p>
            <a:fld id="{DF3FFCED-55B4-4F4C-8718-35A04615CD51}" type="slidenum">
              <a:rPr lang="en-US" altLang="en-US"/>
              <a:pPr/>
              <a:t>‹#›</a:t>
            </a:fld>
            <a:endParaRPr lang="en-US" altLang="en-US"/>
          </a:p>
        </p:txBody>
      </p:sp>
    </p:spTree>
    <p:extLst>
      <p:ext uri="{BB962C8B-B14F-4D97-AF65-F5344CB8AC3E}">
        <p14:creationId xmlns:p14="http://schemas.microsoft.com/office/powerpoint/2010/main" val="180529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A0F5EDBD-C58A-4FDC-B1C0-FDC12FA31D3B}"/>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A5B37715-2B0D-40E8-BC67-C3555A1D5D93}"/>
              </a:ext>
            </a:extLst>
          </p:cNvPr>
          <p:cNvSpPr>
            <a:spLocks noGrp="1" noChangeArrowheads="1"/>
          </p:cNvSpPr>
          <p:nvPr>
            <p:ph type="sldNum" sz="quarter" idx="11"/>
          </p:nvPr>
        </p:nvSpPr>
        <p:spPr>
          <a:ln/>
        </p:spPr>
        <p:txBody>
          <a:bodyPr/>
          <a:lstStyle>
            <a:lvl1pPr>
              <a:defRPr/>
            </a:lvl1pPr>
          </a:lstStyle>
          <a:p>
            <a:fld id="{EB9ECB9C-60DB-4869-BAEA-637DDA63C023}" type="slidenum">
              <a:rPr lang="en-US" altLang="en-US"/>
              <a:pPr/>
              <a:t>‹#›</a:t>
            </a:fld>
            <a:endParaRPr lang="en-US" altLang="en-US"/>
          </a:p>
        </p:txBody>
      </p:sp>
    </p:spTree>
    <p:extLst>
      <p:ext uri="{BB962C8B-B14F-4D97-AF65-F5344CB8AC3E}">
        <p14:creationId xmlns:p14="http://schemas.microsoft.com/office/powerpoint/2010/main" val="3142636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sp>
        <p:nvSpPr>
          <p:cNvPr id="2053" name="Rectangle 5">
            <a:extLst>
              <a:ext uri="{FF2B5EF4-FFF2-40B4-BE49-F238E27FC236}">
                <a16:creationId xmlns:a16="http://schemas.microsoft.com/office/drawing/2014/main" id="{343C468B-96FE-47F4-8A08-E2E711D7EDD0}"/>
              </a:ext>
            </a:extLst>
          </p:cNvPr>
          <p:cNvSpPr>
            <a:spLocks noGrp="1" noChangeArrowheads="1"/>
          </p:cNvSpPr>
          <p:nvPr>
            <p:ph type="title"/>
          </p:nvPr>
        </p:nvSpPr>
        <p:spPr bwMode="auto">
          <a:xfrm>
            <a:off x="685800" y="2286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2056" name="Rectangle 8">
            <a:extLst>
              <a:ext uri="{FF2B5EF4-FFF2-40B4-BE49-F238E27FC236}">
                <a16:creationId xmlns:a16="http://schemas.microsoft.com/office/drawing/2014/main" id="{8C671415-74EE-4BDD-84EE-F72A8C4CA919}"/>
              </a:ext>
            </a:extLst>
          </p:cNvPr>
          <p:cNvSpPr>
            <a:spLocks noGrp="1" noChangeArrowheads="1"/>
          </p:cNvSpPr>
          <p:nvPr>
            <p:ph type="ftr" sz="quarter" idx="3"/>
          </p:nvPr>
        </p:nvSpPr>
        <p:spPr bwMode="auto">
          <a:xfrm>
            <a:off x="228600" y="624840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sz="1000" smtClean="0">
                <a:latin typeface="Arial" charset="0"/>
              </a:defRPr>
            </a:lvl1pPr>
          </a:lstStyle>
          <a:p>
            <a:pPr>
              <a:defRPr/>
            </a:pPr>
            <a:r>
              <a:rPr lang="en-US" altLang="en-US"/>
              <a:t>Irvine, Kip R. Assembly Language for x86 Processors 7/e, 2015.</a:t>
            </a:r>
          </a:p>
        </p:txBody>
      </p:sp>
      <p:sp>
        <p:nvSpPr>
          <p:cNvPr id="1028" name="Rectangle 11">
            <a:extLst>
              <a:ext uri="{FF2B5EF4-FFF2-40B4-BE49-F238E27FC236}">
                <a16:creationId xmlns:a16="http://schemas.microsoft.com/office/drawing/2014/main" id="{BA327AF5-AF34-4097-B988-A79F396FA73F}"/>
              </a:ext>
            </a:extLst>
          </p:cNvPr>
          <p:cNvSpPr>
            <a:spLocks noGrp="1" noChangeArrowheads="1"/>
          </p:cNvSpPr>
          <p:nvPr>
            <p:ph type="body" idx="1"/>
          </p:nvPr>
        </p:nvSpPr>
        <p:spPr bwMode="auto">
          <a:xfrm>
            <a:off x="685800" y="1143000"/>
            <a:ext cx="7772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1029" name="Text Box 12">
            <a:extLst>
              <a:ext uri="{FF2B5EF4-FFF2-40B4-BE49-F238E27FC236}">
                <a16:creationId xmlns:a16="http://schemas.microsoft.com/office/drawing/2014/main" id="{A67BC172-81F2-4245-89B5-14BA26C90680}"/>
              </a:ext>
            </a:extLst>
          </p:cNvPr>
          <p:cNvSpPr txBox="1">
            <a:spLocks noChangeArrowheads="1"/>
          </p:cNvSpPr>
          <p:nvPr userDrawn="1"/>
        </p:nvSpPr>
        <p:spPr bwMode="auto">
          <a:xfrm>
            <a:off x="685800" y="5867400"/>
            <a:ext cx="2209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defRPr sz="2100">
                <a:solidFill>
                  <a:schemeClr val="tx1"/>
                </a:solidFill>
                <a:latin typeface="Arial" charset="0"/>
              </a:defRPr>
            </a:lvl1pPr>
            <a:lvl2pPr marL="742950" indent="-285750" eaLnBrk="0" hangingPunct="0">
              <a:defRPr sz="2100">
                <a:solidFill>
                  <a:schemeClr val="tx1"/>
                </a:solidFill>
                <a:latin typeface="Arial" charset="0"/>
              </a:defRPr>
            </a:lvl2pPr>
            <a:lvl3pPr marL="1143000" indent="-228600" eaLnBrk="0" hangingPunct="0">
              <a:defRPr sz="2100">
                <a:solidFill>
                  <a:schemeClr val="tx1"/>
                </a:solidFill>
                <a:latin typeface="Arial" charset="0"/>
              </a:defRPr>
            </a:lvl3pPr>
            <a:lvl4pPr marL="1600200" indent="-228600" eaLnBrk="0" hangingPunct="0">
              <a:defRPr sz="2100">
                <a:solidFill>
                  <a:schemeClr val="tx1"/>
                </a:solidFill>
                <a:latin typeface="Arial" charset="0"/>
              </a:defRPr>
            </a:lvl4pPr>
            <a:lvl5pPr marL="2057400" indent="-228600" eaLnBrk="0" hangingPunct="0">
              <a:defRPr sz="2100">
                <a:solidFill>
                  <a:schemeClr val="tx1"/>
                </a:solidFill>
                <a:latin typeface="Arial" charset="0"/>
              </a:defRPr>
            </a:lvl5pPr>
            <a:lvl6pPr marL="2514600" indent="-228600" eaLnBrk="0" fontAlgn="base" hangingPunct="0">
              <a:spcBef>
                <a:spcPct val="0"/>
              </a:spcBef>
              <a:spcAft>
                <a:spcPct val="0"/>
              </a:spcAft>
              <a:defRPr sz="2100">
                <a:solidFill>
                  <a:schemeClr val="tx1"/>
                </a:solidFill>
                <a:latin typeface="Arial" charset="0"/>
              </a:defRPr>
            </a:lvl6pPr>
            <a:lvl7pPr marL="2971800" indent="-228600" eaLnBrk="0" fontAlgn="base" hangingPunct="0">
              <a:spcBef>
                <a:spcPct val="0"/>
              </a:spcBef>
              <a:spcAft>
                <a:spcPct val="0"/>
              </a:spcAft>
              <a:defRPr sz="2100">
                <a:solidFill>
                  <a:schemeClr val="tx1"/>
                </a:solidFill>
                <a:latin typeface="Arial" charset="0"/>
              </a:defRPr>
            </a:lvl7pPr>
            <a:lvl8pPr marL="3429000" indent="-228600" eaLnBrk="0" fontAlgn="base" hangingPunct="0">
              <a:spcBef>
                <a:spcPct val="0"/>
              </a:spcBef>
              <a:spcAft>
                <a:spcPct val="0"/>
              </a:spcAft>
              <a:defRPr sz="2100">
                <a:solidFill>
                  <a:schemeClr val="tx1"/>
                </a:solidFill>
                <a:latin typeface="Arial" charset="0"/>
              </a:defRPr>
            </a:lvl8pPr>
            <a:lvl9pPr marL="3886200" indent="-228600" eaLnBrk="0" fontAlgn="base" hangingPunct="0">
              <a:spcBef>
                <a:spcPct val="0"/>
              </a:spcBef>
              <a:spcAft>
                <a:spcPct val="0"/>
              </a:spcAft>
              <a:defRPr sz="2100">
                <a:solidFill>
                  <a:schemeClr val="tx1"/>
                </a:solidFill>
                <a:latin typeface="Arial" charset="0"/>
              </a:defRPr>
            </a:lvl9pPr>
          </a:lstStyle>
          <a:p>
            <a:pPr eaLnBrk="1" hangingPunct="1">
              <a:spcBef>
                <a:spcPct val="50000"/>
              </a:spcBef>
              <a:defRPr/>
            </a:pPr>
            <a:endParaRPr lang="en-US" altLang="en-US"/>
          </a:p>
        </p:txBody>
      </p:sp>
      <p:sp>
        <p:nvSpPr>
          <p:cNvPr id="2057" name="Rectangle 9">
            <a:extLst>
              <a:ext uri="{FF2B5EF4-FFF2-40B4-BE49-F238E27FC236}">
                <a16:creationId xmlns:a16="http://schemas.microsoft.com/office/drawing/2014/main" id="{26CC301F-4CE6-4FF6-AF65-1DC391B74758}"/>
              </a:ext>
            </a:extLst>
          </p:cNvPr>
          <p:cNvSpPr>
            <a:spLocks noGrp="1" noChangeArrowheads="1"/>
          </p:cNvSpPr>
          <p:nvPr>
            <p:ph type="sldNum" sz="quarter" idx="4"/>
          </p:nvPr>
        </p:nvSpPr>
        <p:spPr bwMode="auto">
          <a:xfrm>
            <a:off x="7467600" y="6248400"/>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sz="1600">
                <a:latin typeface="Times New Roman" panose="02020603050405020304" pitchFamily="18" charset="0"/>
              </a:defRPr>
            </a:lvl1pPr>
          </a:lstStyle>
          <a:p>
            <a:fld id="{6CE3A1E5-988F-4301-873F-655CA7609F35}"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tx1"/>
        </a:buClr>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200">
          <a:solidFill>
            <a:schemeClr val="tx1"/>
          </a:solidFill>
          <a:latin typeface="+mn-lt"/>
        </a:defRPr>
      </a:lvl2pPr>
      <a:lvl3pPr marL="1143000" indent="-228600" algn="l" rtl="0" eaLnBrk="0" fontAlgn="base" hangingPunct="0">
        <a:spcBef>
          <a:spcPct val="20000"/>
        </a:spcBef>
        <a:spcAft>
          <a:spcPct val="0"/>
        </a:spcAft>
        <a:buClr>
          <a:schemeClr val="tx1"/>
        </a:buClr>
        <a:buChar char="•"/>
        <a:defRPr sz="20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Times New Roman" pitchFamily="18" charset="0"/>
        </a:defRPr>
      </a:lvl5pPr>
      <a:lvl6pPr marL="2514600" indent="-228600" algn="l" rtl="0" fontAlgn="base">
        <a:spcBef>
          <a:spcPct val="20000"/>
        </a:spcBef>
        <a:spcAft>
          <a:spcPct val="0"/>
        </a:spcAft>
        <a:buClr>
          <a:schemeClr val="accent1"/>
        </a:buClr>
        <a:buChar char="•"/>
        <a:defRPr sz="2000">
          <a:solidFill>
            <a:schemeClr val="tx1"/>
          </a:solidFill>
          <a:latin typeface="Times New Roman" pitchFamily="18" charset="0"/>
        </a:defRPr>
      </a:lvl6pPr>
      <a:lvl7pPr marL="2971800" indent="-228600" algn="l" rtl="0" fontAlgn="base">
        <a:spcBef>
          <a:spcPct val="20000"/>
        </a:spcBef>
        <a:spcAft>
          <a:spcPct val="0"/>
        </a:spcAft>
        <a:buClr>
          <a:schemeClr val="accent1"/>
        </a:buClr>
        <a:buChar char="•"/>
        <a:defRPr sz="2000">
          <a:solidFill>
            <a:schemeClr val="tx1"/>
          </a:solidFill>
          <a:latin typeface="Times New Roman" pitchFamily="18" charset="0"/>
        </a:defRPr>
      </a:lvl7pPr>
      <a:lvl8pPr marL="3429000" indent="-228600" algn="l" rtl="0" fontAlgn="base">
        <a:spcBef>
          <a:spcPct val="20000"/>
        </a:spcBef>
        <a:spcAft>
          <a:spcPct val="0"/>
        </a:spcAft>
        <a:buClr>
          <a:schemeClr val="accent1"/>
        </a:buClr>
        <a:buChar char="•"/>
        <a:defRPr sz="2000">
          <a:solidFill>
            <a:schemeClr val="tx1"/>
          </a:solidFill>
          <a:latin typeface="Times New Roman" pitchFamily="18" charset="0"/>
        </a:defRPr>
      </a:lvl8pPr>
      <a:lvl9pPr marL="3886200" indent="-228600" algn="l" rtl="0" fontAlgn="base">
        <a:spcBef>
          <a:spcPct val="20000"/>
        </a:spcBef>
        <a:spcAft>
          <a:spcPct val="0"/>
        </a:spcAft>
        <a:buClr>
          <a:schemeClr val="accent1"/>
        </a:buClr>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9.wmf"/><Relationship Id="rId5" Type="http://schemas.openxmlformats.org/officeDocument/2006/relationships/oleObject" Target="../embeddings/oleObject9.bin"/><Relationship Id="rId4" Type="http://schemas.openxmlformats.org/officeDocument/2006/relationships/image" Target="../media/image8.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hyperlink" Target="../../../../../Irvine/Examples/Lib3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E582F6F-44A8-4E02-8883-42FD6D878C1A}"/>
              </a:ext>
            </a:extLst>
          </p:cNvPr>
          <p:cNvSpPr>
            <a:spLocks noGrp="1" noChangeArrowheads="1"/>
          </p:cNvSpPr>
          <p:nvPr>
            <p:ph type="ctrTitle"/>
          </p:nvPr>
        </p:nvSpPr>
        <p:spPr>
          <a:xfrm>
            <a:off x="685800" y="609600"/>
            <a:ext cx="7772400" cy="1143000"/>
          </a:xfrm>
        </p:spPr>
        <p:txBody>
          <a:bodyPr/>
          <a:lstStyle/>
          <a:p>
            <a:pPr eaLnBrk="1" hangingPunct="1">
              <a:defRPr/>
            </a:pPr>
            <a:r>
              <a:rPr lang="en-US" altLang="en-US"/>
              <a:t>Assembly Language for x86 Processors </a:t>
            </a:r>
            <a:r>
              <a:rPr lang="en-US" altLang="en-US" sz="2800"/>
              <a:t>7th Edition</a:t>
            </a:r>
            <a:r>
              <a:rPr lang="en-US" altLang="en-US"/>
              <a:t>  </a:t>
            </a:r>
          </a:p>
        </p:txBody>
      </p:sp>
      <p:sp>
        <p:nvSpPr>
          <p:cNvPr id="3075" name="Rectangle 3">
            <a:extLst>
              <a:ext uri="{FF2B5EF4-FFF2-40B4-BE49-F238E27FC236}">
                <a16:creationId xmlns:a16="http://schemas.microsoft.com/office/drawing/2014/main" id="{A6CDE57E-967F-40CF-AD49-C1396DC35328}"/>
              </a:ext>
            </a:extLst>
          </p:cNvPr>
          <p:cNvSpPr>
            <a:spLocks noGrp="1" noChangeArrowheads="1"/>
          </p:cNvSpPr>
          <p:nvPr>
            <p:ph type="subTitle" idx="1"/>
          </p:nvPr>
        </p:nvSpPr>
        <p:spPr>
          <a:xfrm>
            <a:off x="1447800" y="2209800"/>
            <a:ext cx="6400800" cy="1752600"/>
          </a:xfrm>
        </p:spPr>
        <p:txBody>
          <a:bodyPr/>
          <a:lstStyle/>
          <a:p>
            <a:pPr eaLnBrk="1" hangingPunct="1"/>
            <a:r>
              <a:rPr lang="en-US" altLang="en-US" sz="3200"/>
              <a:t>Chapter 5: Procedures</a:t>
            </a:r>
          </a:p>
        </p:txBody>
      </p:sp>
      <p:sp>
        <p:nvSpPr>
          <p:cNvPr id="3076" name="Text Box 4">
            <a:extLst>
              <a:ext uri="{FF2B5EF4-FFF2-40B4-BE49-F238E27FC236}">
                <a16:creationId xmlns:a16="http://schemas.microsoft.com/office/drawing/2014/main" id="{1E924ED4-D685-4FF1-A6B8-78C4ECCDD741}"/>
              </a:ext>
            </a:extLst>
          </p:cNvPr>
          <p:cNvSpPr txBox="1">
            <a:spLocks noChangeArrowheads="1"/>
          </p:cNvSpPr>
          <p:nvPr/>
        </p:nvSpPr>
        <p:spPr bwMode="auto">
          <a:xfrm>
            <a:off x="533400" y="6172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200"/>
              <a:t>(c) Pearson Education, 2015. All rights reserved. You may modify and copy this slide show for your personal use, or for use in the classroom, as long as this copyright statement, the author's name, and the title are not changed.</a:t>
            </a:r>
          </a:p>
        </p:txBody>
      </p:sp>
      <p:sp>
        <p:nvSpPr>
          <p:cNvPr id="3077" name="Text Box 6">
            <a:extLst>
              <a:ext uri="{FF2B5EF4-FFF2-40B4-BE49-F238E27FC236}">
                <a16:creationId xmlns:a16="http://schemas.microsoft.com/office/drawing/2014/main" id="{1BBBA20B-3645-4342-8E96-6E337CE2BFF1}"/>
              </a:ext>
            </a:extLst>
          </p:cNvPr>
          <p:cNvSpPr txBox="1">
            <a:spLocks noChangeArrowheads="1"/>
          </p:cNvSpPr>
          <p:nvPr/>
        </p:nvSpPr>
        <p:spPr bwMode="auto">
          <a:xfrm>
            <a:off x="533400" y="4876800"/>
            <a:ext cx="5181600"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i="1"/>
              <a:t>Slides prepared by the author</a:t>
            </a:r>
          </a:p>
          <a:p>
            <a:pPr eaLnBrk="1" hangingPunct="1">
              <a:spcBef>
                <a:spcPct val="50000"/>
              </a:spcBef>
              <a:buClrTx/>
              <a:buFontTx/>
              <a:buNone/>
            </a:pPr>
            <a:r>
              <a:rPr lang="en-US" altLang="en-US" sz="1700" i="1"/>
              <a:t>Revision date: 1/15/2014</a:t>
            </a:r>
          </a:p>
        </p:txBody>
      </p:sp>
      <p:sp>
        <p:nvSpPr>
          <p:cNvPr id="3078" name="Text Box 7">
            <a:extLst>
              <a:ext uri="{FF2B5EF4-FFF2-40B4-BE49-F238E27FC236}">
                <a16:creationId xmlns:a16="http://schemas.microsoft.com/office/drawing/2014/main" id="{3B96F663-8E33-4BB3-A695-F2A2890CC83A}"/>
              </a:ext>
            </a:extLst>
          </p:cNvPr>
          <p:cNvSpPr txBox="1">
            <a:spLocks noChangeArrowheads="1"/>
          </p:cNvSpPr>
          <p:nvPr/>
        </p:nvSpPr>
        <p:spPr bwMode="auto">
          <a:xfrm>
            <a:off x="2895600" y="1676400"/>
            <a:ext cx="3276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solidFill>
                  <a:schemeClr val="tx2"/>
                </a:solidFill>
              </a:rPr>
              <a:t>Kip R. Irvine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37CD7AD5-08A1-4046-9A29-341C6EA139A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099" name="Slide Number Placeholder 4">
            <a:extLst>
              <a:ext uri="{FF2B5EF4-FFF2-40B4-BE49-F238E27FC236}">
                <a16:creationId xmlns:a16="http://schemas.microsoft.com/office/drawing/2014/main" id="{EDB68F3C-C4FA-4CE8-B50B-35E3C810DFB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46FA54BD-291C-44CB-99BF-8DA038755F2D}" type="slidenum">
              <a:rPr lang="en-US" altLang="en-US" sz="1600">
                <a:latin typeface="Times New Roman" panose="02020603050405020304" pitchFamily="18" charset="0"/>
              </a:rPr>
              <a:pPr eaLnBrk="1" hangingPunct="1">
                <a:spcBef>
                  <a:spcPct val="0"/>
                </a:spcBef>
                <a:buClrTx/>
                <a:buFontTx/>
                <a:buNone/>
              </a:pPr>
              <a:t>2</a:t>
            </a:fld>
            <a:endParaRPr lang="en-US" altLang="en-US" sz="1600">
              <a:latin typeface="Times New Roman" panose="02020603050405020304" pitchFamily="18" charset="0"/>
            </a:endParaRPr>
          </a:p>
        </p:txBody>
      </p:sp>
      <p:sp>
        <p:nvSpPr>
          <p:cNvPr id="135170" name="Rectangle 1026">
            <a:extLst>
              <a:ext uri="{FF2B5EF4-FFF2-40B4-BE49-F238E27FC236}">
                <a16:creationId xmlns:a16="http://schemas.microsoft.com/office/drawing/2014/main" id="{0E1A2216-0B09-410C-BDC2-84216255D4A1}"/>
              </a:ext>
            </a:extLst>
          </p:cNvPr>
          <p:cNvSpPr>
            <a:spLocks noGrp="1" noChangeArrowheads="1"/>
          </p:cNvSpPr>
          <p:nvPr>
            <p:ph type="title"/>
          </p:nvPr>
        </p:nvSpPr>
        <p:spPr/>
        <p:txBody>
          <a:bodyPr/>
          <a:lstStyle/>
          <a:p>
            <a:pPr eaLnBrk="1" hangingPunct="1">
              <a:defRPr/>
            </a:pPr>
            <a:r>
              <a:rPr lang="en-US" altLang="en-US"/>
              <a:t>Chapter Overview</a:t>
            </a:r>
          </a:p>
        </p:txBody>
      </p:sp>
      <p:sp>
        <p:nvSpPr>
          <p:cNvPr id="4101" name="Rectangle 1027">
            <a:extLst>
              <a:ext uri="{FF2B5EF4-FFF2-40B4-BE49-F238E27FC236}">
                <a16:creationId xmlns:a16="http://schemas.microsoft.com/office/drawing/2014/main" id="{50D26DB4-54E4-40A5-B45F-A89A67A07E44}"/>
              </a:ext>
            </a:extLst>
          </p:cNvPr>
          <p:cNvSpPr>
            <a:spLocks noGrp="1" noChangeArrowheads="1"/>
          </p:cNvSpPr>
          <p:nvPr>
            <p:ph type="body" idx="1"/>
          </p:nvPr>
        </p:nvSpPr>
        <p:spPr>
          <a:xfrm>
            <a:off x="1524000" y="1752600"/>
            <a:ext cx="5638800" cy="2971800"/>
          </a:xfrm>
        </p:spPr>
        <p:txBody>
          <a:bodyPr/>
          <a:lstStyle/>
          <a:p>
            <a:pPr eaLnBrk="1" hangingPunct="1"/>
            <a:r>
              <a:rPr lang="en-US" altLang="en-US"/>
              <a:t>Stack Operations</a:t>
            </a:r>
          </a:p>
          <a:p>
            <a:pPr eaLnBrk="1" hangingPunct="1"/>
            <a:r>
              <a:rPr lang="en-US" altLang="en-US"/>
              <a:t>Defining and Using Procedures</a:t>
            </a:r>
          </a:p>
          <a:p>
            <a:pPr eaLnBrk="1" hangingPunct="1"/>
            <a:r>
              <a:rPr lang="en-US" altLang="en-US"/>
              <a:t>Linking to an External Library</a:t>
            </a:r>
          </a:p>
          <a:p>
            <a:pPr eaLnBrk="1" hangingPunct="1"/>
            <a:r>
              <a:rPr lang="en-US" altLang="en-US"/>
              <a:t>The Irvine32 Library</a:t>
            </a:r>
          </a:p>
          <a:p>
            <a:pPr eaLnBrk="1" hangingPunct="1"/>
            <a:r>
              <a:rPr lang="en-US" altLang="en-US"/>
              <a:t>64-Bit Assembly Programming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a:extLst>
              <a:ext uri="{FF2B5EF4-FFF2-40B4-BE49-F238E27FC236}">
                <a16:creationId xmlns:a16="http://schemas.microsoft.com/office/drawing/2014/main" id="{DA4A11DE-5608-43F2-8300-921C4808299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123" name="Slide Number Placeholder 4">
            <a:extLst>
              <a:ext uri="{FF2B5EF4-FFF2-40B4-BE49-F238E27FC236}">
                <a16:creationId xmlns:a16="http://schemas.microsoft.com/office/drawing/2014/main" id="{FA1E2F61-DB72-4929-B50A-538A6DF1D4F1}"/>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87B9E91-FDB2-4BF3-A6FD-C4F23B86B2EC}" type="slidenum">
              <a:rPr lang="en-US" altLang="en-US" sz="1600">
                <a:latin typeface="Times New Roman" panose="02020603050405020304" pitchFamily="18" charset="0"/>
              </a:rPr>
              <a:pPr eaLnBrk="1" hangingPunct="1">
                <a:spcBef>
                  <a:spcPct val="0"/>
                </a:spcBef>
                <a:buClrTx/>
                <a:buFontTx/>
                <a:buNone/>
              </a:pPr>
              <a:t>3</a:t>
            </a:fld>
            <a:endParaRPr lang="en-US" altLang="en-US" sz="1600">
              <a:latin typeface="Times New Roman" panose="02020603050405020304" pitchFamily="18" charset="0"/>
            </a:endParaRPr>
          </a:p>
        </p:txBody>
      </p:sp>
      <p:sp>
        <p:nvSpPr>
          <p:cNvPr id="137218" name="Rectangle 2">
            <a:extLst>
              <a:ext uri="{FF2B5EF4-FFF2-40B4-BE49-F238E27FC236}">
                <a16:creationId xmlns:a16="http://schemas.microsoft.com/office/drawing/2014/main" id="{8E3CBFD1-6F28-41E5-89DD-7609F77C355B}"/>
              </a:ext>
            </a:extLst>
          </p:cNvPr>
          <p:cNvSpPr>
            <a:spLocks noGrp="1" noChangeArrowheads="1"/>
          </p:cNvSpPr>
          <p:nvPr>
            <p:ph type="title"/>
          </p:nvPr>
        </p:nvSpPr>
        <p:spPr/>
        <p:txBody>
          <a:bodyPr/>
          <a:lstStyle/>
          <a:p>
            <a:pPr eaLnBrk="1" hangingPunct="1">
              <a:defRPr/>
            </a:pPr>
            <a:r>
              <a:rPr lang="en-US" altLang="en-US"/>
              <a:t>Stack Operations</a:t>
            </a:r>
          </a:p>
        </p:txBody>
      </p:sp>
      <p:sp>
        <p:nvSpPr>
          <p:cNvPr id="5125" name="Rectangle 3">
            <a:extLst>
              <a:ext uri="{FF2B5EF4-FFF2-40B4-BE49-F238E27FC236}">
                <a16:creationId xmlns:a16="http://schemas.microsoft.com/office/drawing/2014/main" id="{B2B13A0E-05A8-42EF-8163-A0A9BA8B2FC1}"/>
              </a:ext>
            </a:extLst>
          </p:cNvPr>
          <p:cNvSpPr>
            <a:spLocks noGrp="1" noChangeArrowheads="1"/>
          </p:cNvSpPr>
          <p:nvPr>
            <p:ph type="body" idx="1"/>
          </p:nvPr>
        </p:nvSpPr>
        <p:spPr>
          <a:xfrm>
            <a:off x="1828800" y="1600200"/>
            <a:ext cx="5638800" cy="3505200"/>
          </a:xfrm>
        </p:spPr>
        <p:txBody>
          <a:bodyPr/>
          <a:lstStyle/>
          <a:p>
            <a:pPr eaLnBrk="1" hangingPunct="1"/>
            <a:r>
              <a:rPr lang="en-US" altLang="en-US"/>
              <a:t>Runtime Stack</a:t>
            </a:r>
          </a:p>
          <a:p>
            <a:pPr eaLnBrk="1" hangingPunct="1"/>
            <a:r>
              <a:rPr lang="en-US" altLang="en-US"/>
              <a:t>PUSH Operation</a:t>
            </a:r>
          </a:p>
          <a:p>
            <a:pPr eaLnBrk="1" hangingPunct="1"/>
            <a:r>
              <a:rPr lang="en-US" altLang="en-US"/>
              <a:t>POP Operation</a:t>
            </a:r>
          </a:p>
          <a:p>
            <a:pPr eaLnBrk="1" hangingPunct="1"/>
            <a:r>
              <a:rPr lang="en-US" altLang="en-US"/>
              <a:t>PUSH and POP Instructions</a:t>
            </a:r>
          </a:p>
          <a:p>
            <a:pPr eaLnBrk="1" hangingPunct="1"/>
            <a:r>
              <a:rPr lang="en-US" altLang="en-US"/>
              <a:t>Using PUSH and POP</a:t>
            </a:r>
          </a:p>
          <a:p>
            <a:pPr eaLnBrk="1" hangingPunct="1"/>
            <a:r>
              <a:rPr lang="en-US" altLang="en-US"/>
              <a:t>Example: Reversing a String</a:t>
            </a:r>
          </a:p>
          <a:p>
            <a:pPr eaLnBrk="1" hangingPunct="1"/>
            <a:r>
              <a:rPr lang="en-US" altLang="en-US"/>
              <a:t>Related Instructions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5830C1D0-FAE0-44F9-A09F-98EAEFBE5F87}"/>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147" name="Slide Number Placeholder 4">
            <a:extLst>
              <a:ext uri="{FF2B5EF4-FFF2-40B4-BE49-F238E27FC236}">
                <a16:creationId xmlns:a16="http://schemas.microsoft.com/office/drawing/2014/main" id="{15127504-4DC0-409E-B106-DCEBDD6272B3}"/>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20DFF8D-74B4-490D-8145-0850B3061DB9}" type="slidenum">
              <a:rPr lang="en-US" altLang="en-US" sz="1600">
                <a:latin typeface="Times New Roman" panose="02020603050405020304" pitchFamily="18" charset="0"/>
              </a:rPr>
              <a:pPr eaLnBrk="1" hangingPunct="1">
                <a:spcBef>
                  <a:spcPct val="0"/>
                </a:spcBef>
                <a:buClrTx/>
                <a:buFontTx/>
                <a:buNone/>
              </a:pPr>
              <a:t>4</a:t>
            </a:fld>
            <a:endParaRPr lang="en-US" altLang="en-US" sz="1600">
              <a:latin typeface="Times New Roman" panose="02020603050405020304" pitchFamily="18" charset="0"/>
            </a:endParaRPr>
          </a:p>
        </p:txBody>
      </p:sp>
      <p:sp>
        <p:nvSpPr>
          <p:cNvPr id="102402" name="Rectangle 2">
            <a:extLst>
              <a:ext uri="{FF2B5EF4-FFF2-40B4-BE49-F238E27FC236}">
                <a16:creationId xmlns:a16="http://schemas.microsoft.com/office/drawing/2014/main" id="{6217E7B2-DF52-4239-B79D-6FA6EA6FA6DE}"/>
              </a:ext>
            </a:extLst>
          </p:cNvPr>
          <p:cNvSpPr>
            <a:spLocks noGrp="1" noChangeArrowheads="1"/>
          </p:cNvSpPr>
          <p:nvPr>
            <p:ph type="title"/>
          </p:nvPr>
        </p:nvSpPr>
        <p:spPr/>
        <p:txBody>
          <a:bodyPr/>
          <a:lstStyle/>
          <a:p>
            <a:pPr eaLnBrk="1" hangingPunct="1">
              <a:defRPr/>
            </a:pPr>
            <a:r>
              <a:rPr lang="en-US" altLang="en-US"/>
              <a:t>Runtime Stack</a:t>
            </a:r>
          </a:p>
        </p:txBody>
      </p:sp>
      <p:sp>
        <p:nvSpPr>
          <p:cNvPr id="6149" name="Rectangle 3">
            <a:extLst>
              <a:ext uri="{FF2B5EF4-FFF2-40B4-BE49-F238E27FC236}">
                <a16:creationId xmlns:a16="http://schemas.microsoft.com/office/drawing/2014/main" id="{D2A6788E-A527-4F08-9C24-811EF273FF08}"/>
              </a:ext>
            </a:extLst>
          </p:cNvPr>
          <p:cNvSpPr>
            <a:spLocks noGrp="1" noChangeArrowheads="1"/>
          </p:cNvSpPr>
          <p:nvPr>
            <p:ph type="body" idx="1"/>
          </p:nvPr>
        </p:nvSpPr>
        <p:spPr>
          <a:xfrm>
            <a:off x="685800" y="1143000"/>
            <a:ext cx="7772400" cy="1828800"/>
          </a:xfrm>
        </p:spPr>
        <p:txBody>
          <a:bodyPr/>
          <a:lstStyle/>
          <a:p>
            <a:pPr eaLnBrk="1" hangingPunct="1"/>
            <a:r>
              <a:rPr lang="en-US" altLang="en-US"/>
              <a:t>Imagine a stack of plates . . .</a:t>
            </a:r>
          </a:p>
          <a:p>
            <a:pPr lvl="1" eaLnBrk="1" hangingPunct="1"/>
            <a:r>
              <a:rPr lang="en-US" altLang="en-US"/>
              <a:t>plates are only added to the top</a:t>
            </a:r>
          </a:p>
          <a:p>
            <a:pPr lvl="1" eaLnBrk="1" hangingPunct="1"/>
            <a:r>
              <a:rPr lang="en-US" altLang="en-US"/>
              <a:t>plates are only removed from the top</a:t>
            </a:r>
          </a:p>
          <a:p>
            <a:pPr lvl="1" eaLnBrk="1" hangingPunct="1"/>
            <a:r>
              <a:rPr lang="en-US" altLang="en-US"/>
              <a:t>LIFO structure</a:t>
            </a:r>
          </a:p>
        </p:txBody>
      </p:sp>
      <p:graphicFrame>
        <p:nvGraphicFramePr>
          <p:cNvPr id="6150" name="Object 6">
            <a:extLst>
              <a:ext uri="{FF2B5EF4-FFF2-40B4-BE49-F238E27FC236}">
                <a16:creationId xmlns:a16="http://schemas.microsoft.com/office/drawing/2014/main" id="{D1F9F29F-00B7-45DD-AC85-D4A32F8ABDAA}"/>
              </a:ext>
            </a:extLst>
          </p:cNvPr>
          <p:cNvGraphicFramePr>
            <a:graphicFrameLocks noChangeAspect="1"/>
          </p:cNvGraphicFramePr>
          <p:nvPr/>
        </p:nvGraphicFramePr>
        <p:xfrm>
          <a:off x="1828800" y="3048000"/>
          <a:ext cx="4953000" cy="2286000"/>
        </p:xfrm>
        <a:graphic>
          <a:graphicData uri="http://schemas.openxmlformats.org/presentationml/2006/ole">
            <mc:AlternateContent xmlns:mc="http://schemas.openxmlformats.org/markup-compatibility/2006">
              <mc:Choice xmlns:v="urn:schemas-microsoft-com:vml" Requires="v">
                <p:oleObj spid="_x0000_s6167" name="VISIO" r:id="rId3" imgW="2214372" imgH="984504" progId="Visio.Drawing.6">
                  <p:embed/>
                </p:oleObj>
              </mc:Choice>
              <mc:Fallback>
                <p:oleObj name="VISIO" r:id="rId3" imgW="2214372" imgH="984504" progId="Visio.Drawing.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l="-3030" r="4546" b="-2055"/>
                      <a:stretch>
                        <a:fillRect/>
                      </a:stretch>
                    </p:blipFill>
                    <p:spPr bwMode="auto">
                      <a:xfrm>
                        <a:off x="1828800" y="3048000"/>
                        <a:ext cx="4953000" cy="228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51344CA7-1FA3-4E0A-8B4E-1EE859D6D905}"/>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171" name="Slide Number Placeholder 4">
            <a:extLst>
              <a:ext uri="{FF2B5EF4-FFF2-40B4-BE49-F238E27FC236}">
                <a16:creationId xmlns:a16="http://schemas.microsoft.com/office/drawing/2014/main" id="{D4487CB5-2B8A-46CA-8986-0FAEE5F064A8}"/>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A87C7D7-2E2E-40C7-9831-02773125BF85}" type="slidenum">
              <a:rPr lang="en-US" altLang="en-US" sz="1600">
                <a:latin typeface="Times New Roman" panose="02020603050405020304" pitchFamily="18" charset="0"/>
              </a:rPr>
              <a:pPr eaLnBrk="1" hangingPunct="1">
                <a:spcBef>
                  <a:spcPct val="0"/>
                </a:spcBef>
                <a:buClrTx/>
                <a:buFontTx/>
                <a:buNone/>
              </a:pPr>
              <a:t>5</a:t>
            </a:fld>
            <a:endParaRPr lang="en-US" altLang="en-US" sz="1600">
              <a:latin typeface="Times New Roman" panose="02020603050405020304" pitchFamily="18" charset="0"/>
            </a:endParaRPr>
          </a:p>
        </p:txBody>
      </p:sp>
      <p:sp>
        <p:nvSpPr>
          <p:cNvPr id="141314" name="Rectangle 2">
            <a:extLst>
              <a:ext uri="{FF2B5EF4-FFF2-40B4-BE49-F238E27FC236}">
                <a16:creationId xmlns:a16="http://schemas.microsoft.com/office/drawing/2014/main" id="{DD598933-A6D0-481C-9EAE-728590C00065}"/>
              </a:ext>
            </a:extLst>
          </p:cNvPr>
          <p:cNvSpPr>
            <a:spLocks noGrp="1" noChangeArrowheads="1"/>
          </p:cNvSpPr>
          <p:nvPr>
            <p:ph type="title"/>
          </p:nvPr>
        </p:nvSpPr>
        <p:spPr/>
        <p:txBody>
          <a:bodyPr/>
          <a:lstStyle/>
          <a:p>
            <a:pPr eaLnBrk="1" hangingPunct="1">
              <a:defRPr/>
            </a:pPr>
            <a:r>
              <a:rPr lang="en-US" altLang="en-US"/>
              <a:t>Runtime Stack</a:t>
            </a:r>
          </a:p>
        </p:txBody>
      </p:sp>
      <p:sp>
        <p:nvSpPr>
          <p:cNvPr id="7173" name="Rectangle 3">
            <a:extLst>
              <a:ext uri="{FF2B5EF4-FFF2-40B4-BE49-F238E27FC236}">
                <a16:creationId xmlns:a16="http://schemas.microsoft.com/office/drawing/2014/main" id="{0A6C005E-37C2-46C2-8422-52B90AFAEA8D}"/>
              </a:ext>
            </a:extLst>
          </p:cNvPr>
          <p:cNvSpPr>
            <a:spLocks noGrp="1" noChangeArrowheads="1"/>
          </p:cNvSpPr>
          <p:nvPr>
            <p:ph type="body" idx="1"/>
          </p:nvPr>
        </p:nvSpPr>
        <p:spPr>
          <a:xfrm>
            <a:off x="685800" y="1143000"/>
            <a:ext cx="7772400" cy="1371600"/>
          </a:xfrm>
        </p:spPr>
        <p:txBody>
          <a:bodyPr/>
          <a:lstStyle/>
          <a:p>
            <a:pPr eaLnBrk="1" hangingPunct="1"/>
            <a:r>
              <a:rPr lang="en-US" altLang="en-US"/>
              <a:t>Managed by the CPU, using two registers</a:t>
            </a:r>
          </a:p>
          <a:p>
            <a:pPr lvl="1" eaLnBrk="1" hangingPunct="1"/>
            <a:r>
              <a:rPr lang="en-US" altLang="en-US"/>
              <a:t>SS (stack segment)</a:t>
            </a:r>
          </a:p>
          <a:p>
            <a:pPr lvl="1" eaLnBrk="1" hangingPunct="1"/>
            <a:r>
              <a:rPr lang="en-US" altLang="en-US"/>
              <a:t>ESP (stack pointer) *</a:t>
            </a:r>
          </a:p>
        </p:txBody>
      </p:sp>
      <p:sp>
        <p:nvSpPr>
          <p:cNvPr id="7174" name="Text Box 4">
            <a:extLst>
              <a:ext uri="{FF2B5EF4-FFF2-40B4-BE49-F238E27FC236}">
                <a16:creationId xmlns:a16="http://schemas.microsoft.com/office/drawing/2014/main" id="{EBA144D0-7A02-4C93-9835-731B8BC68A38}"/>
              </a:ext>
            </a:extLst>
          </p:cNvPr>
          <p:cNvSpPr txBox="1">
            <a:spLocks noChangeArrowheads="1"/>
          </p:cNvSpPr>
          <p:nvPr/>
        </p:nvSpPr>
        <p:spPr bwMode="auto">
          <a:xfrm>
            <a:off x="533400" y="5867400"/>
            <a:ext cx="777240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700"/>
              <a:t>* SP in Real-address mode</a:t>
            </a:r>
          </a:p>
        </p:txBody>
      </p:sp>
      <p:graphicFrame>
        <p:nvGraphicFramePr>
          <p:cNvPr id="7175" name="Object 5">
            <a:extLst>
              <a:ext uri="{FF2B5EF4-FFF2-40B4-BE49-F238E27FC236}">
                <a16:creationId xmlns:a16="http://schemas.microsoft.com/office/drawing/2014/main" id="{A33959D6-6922-40CC-AFBA-EA27CEBEF709}"/>
              </a:ext>
            </a:extLst>
          </p:cNvPr>
          <p:cNvGraphicFramePr>
            <a:graphicFrameLocks noChangeAspect="1"/>
          </p:cNvGraphicFramePr>
          <p:nvPr/>
        </p:nvGraphicFramePr>
        <p:xfrm>
          <a:off x="2514600" y="2590800"/>
          <a:ext cx="3810000" cy="2971800"/>
        </p:xfrm>
        <a:graphic>
          <a:graphicData uri="http://schemas.openxmlformats.org/presentationml/2006/ole">
            <mc:AlternateContent xmlns:mc="http://schemas.openxmlformats.org/markup-compatibility/2006">
              <mc:Choice xmlns:v="urn:schemas-microsoft-com:vml" Requires="v">
                <p:oleObj spid="_x0000_s7192" name="VISIO" r:id="rId3" imgW="2313432" imgH="1504188" progId="Visio.Drawing.6">
                  <p:embed/>
                </p:oleObj>
              </mc:Choice>
              <mc:Fallback>
                <p:oleObj name="VISIO" r:id="rId3" imgW="2313432" imgH="1504188"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l="7018" r="5263" b="-4991"/>
                      <a:stretch>
                        <a:fillRect/>
                      </a:stretch>
                    </p:blipFill>
                    <p:spPr bwMode="auto">
                      <a:xfrm>
                        <a:off x="2514600" y="2590800"/>
                        <a:ext cx="3810000" cy="29718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4B43195C-25EE-4DCB-93B8-68192567808E}"/>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195" name="Slide Number Placeholder 4">
            <a:extLst>
              <a:ext uri="{FF2B5EF4-FFF2-40B4-BE49-F238E27FC236}">
                <a16:creationId xmlns:a16="http://schemas.microsoft.com/office/drawing/2014/main" id="{B76FFFE7-2869-4C8E-BAE1-7E687C1141E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CA3FAB7B-7538-44A4-A36F-49E2DDF37BBC}" type="slidenum">
              <a:rPr lang="en-US" altLang="en-US" sz="1600">
                <a:latin typeface="Times New Roman" panose="02020603050405020304" pitchFamily="18" charset="0"/>
              </a:rPr>
              <a:pPr eaLnBrk="1" hangingPunct="1">
                <a:spcBef>
                  <a:spcPct val="0"/>
                </a:spcBef>
                <a:buClrTx/>
                <a:buFontTx/>
                <a:buNone/>
              </a:pPr>
              <a:t>6</a:t>
            </a:fld>
            <a:endParaRPr lang="en-US" altLang="en-US" sz="1600">
              <a:latin typeface="Times New Roman" panose="02020603050405020304" pitchFamily="18" charset="0"/>
            </a:endParaRPr>
          </a:p>
        </p:txBody>
      </p:sp>
      <p:sp>
        <p:nvSpPr>
          <p:cNvPr id="103426" name="Rectangle 2">
            <a:extLst>
              <a:ext uri="{FF2B5EF4-FFF2-40B4-BE49-F238E27FC236}">
                <a16:creationId xmlns:a16="http://schemas.microsoft.com/office/drawing/2014/main" id="{8A823078-51EB-4BF3-A68B-4820C9970209}"/>
              </a:ext>
            </a:extLst>
          </p:cNvPr>
          <p:cNvSpPr>
            <a:spLocks noGrp="1" noChangeArrowheads="1"/>
          </p:cNvSpPr>
          <p:nvPr>
            <p:ph type="title"/>
          </p:nvPr>
        </p:nvSpPr>
        <p:spPr/>
        <p:txBody>
          <a:bodyPr/>
          <a:lstStyle/>
          <a:p>
            <a:pPr eaLnBrk="1" hangingPunct="1">
              <a:defRPr/>
            </a:pPr>
            <a:r>
              <a:rPr lang="en-US" altLang="en-US"/>
              <a:t>PUSH Operation</a:t>
            </a:r>
            <a:r>
              <a:rPr lang="en-US" altLang="en-US" sz="2400"/>
              <a:t> (1 of 2)</a:t>
            </a:r>
            <a:endParaRPr lang="en-US" altLang="en-US"/>
          </a:p>
        </p:txBody>
      </p:sp>
      <p:sp>
        <p:nvSpPr>
          <p:cNvPr id="8197" name="Rectangle 3">
            <a:extLst>
              <a:ext uri="{FF2B5EF4-FFF2-40B4-BE49-F238E27FC236}">
                <a16:creationId xmlns:a16="http://schemas.microsoft.com/office/drawing/2014/main" id="{E3581072-9A86-4297-A3A0-9B322D58D0D3}"/>
              </a:ext>
            </a:extLst>
          </p:cNvPr>
          <p:cNvSpPr>
            <a:spLocks noGrp="1" noChangeArrowheads="1"/>
          </p:cNvSpPr>
          <p:nvPr>
            <p:ph type="body" idx="1"/>
          </p:nvPr>
        </p:nvSpPr>
        <p:spPr>
          <a:xfrm>
            <a:off x="685800" y="1143000"/>
            <a:ext cx="7772400" cy="1295400"/>
          </a:xfrm>
        </p:spPr>
        <p:txBody>
          <a:bodyPr/>
          <a:lstStyle/>
          <a:p>
            <a:pPr eaLnBrk="1" hangingPunct="1"/>
            <a:r>
              <a:rPr lang="en-US" altLang="en-US"/>
              <a:t>A 32-bit push operation decrements the stack pointer by 4 and copies a value into the location pointed to by the stack pointer.</a:t>
            </a:r>
          </a:p>
        </p:txBody>
      </p:sp>
      <p:graphicFrame>
        <p:nvGraphicFramePr>
          <p:cNvPr id="8198" name="Object 6">
            <a:extLst>
              <a:ext uri="{FF2B5EF4-FFF2-40B4-BE49-F238E27FC236}">
                <a16:creationId xmlns:a16="http://schemas.microsoft.com/office/drawing/2014/main" id="{DF27B16D-1FFB-48EB-9EB1-57F19D573703}"/>
              </a:ext>
            </a:extLst>
          </p:cNvPr>
          <p:cNvGraphicFramePr>
            <a:graphicFrameLocks noChangeAspect="1"/>
          </p:cNvGraphicFramePr>
          <p:nvPr/>
        </p:nvGraphicFramePr>
        <p:xfrm>
          <a:off x="1066800" y="2590800"/>
          <a:ext cx="7239000" cy="2768600"/>
        </p:xfrm>
        <a:graphic>
          <a:graphicData uri="http://schemas.openxmlformats.org/presentationml/2006/ole">
            <mc:AlternateContent xmlns:mc="http://schemas.openxmlformats.org/markup-compatibility/2006">
              <mc:Choice xmlns:v="urn:schemas-microsoft-com:vml" Requires="v">
                <p:oleObj spid="_x0000_s8215" name="VISIO" r:id="rId3" imgW="4451604" imgH="1546860" progId="Visio.Drawing.6">
                  <p:embed/>
                </p:oleObj>
              </mc:Choice>
              <mc:Fallback>
                <p:oleObj name="VISIO" r:id="rId3" imgW="4451604" imgH="1546860" progId="Visio.Drawing.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l="5556" r="3334"/>
                      <a:stretch>
                        <a:fillRect/>
                      </a:stretch>
                    </p:blipFill>
                    <p:spPr bwMode="auto">
                      <a:xfrm>
                        <a:off x="1066800" y="2590800"/>
                        <a:ext cx="7239000" cy="2768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CFE557DC-879D-4E22-B558-BEABA45DB58E}"/>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9219" name="Slide Number Placeholder 4">
            <a:extLst>
              <a:ext uri="{FF2B5EF4-FFF2-40B4-BE49-F238E27FC236}">
                <a16:creationId xmlns:a16="http://schemas.microsoft.com/office/drawing/2014/main" id="{BAD78BB5-437D-4351-A59D-74136ABB3BE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64846A04-2F3F-46E6-8BBF-39024F0849D6}" type="slidenum">
              <a:rPr lang="en-US" altLang="en-US" sz="1600">
                <a:latin typeface="Times New Roman" panose="02020603050405020304" pitchFamily="18" charset="0"/>
              </a:rPr>
              <a:pPr eaLnBrk="1" hangingPunct="1">
                <a:spcBef>
                  <a:spcPct val="0"/>
                </a:spcBef>
                <a:buClrTx/>
                <a:buFontTx/>
                <a:buNone/>
              </a:pPr>
              <a:t>7</a:t>
            </a:fld>
            <a:endParaRPr lang="en-US" altLang="en-US" sz="1600">
              <a:latin typeface="Times New Roman" panose="02020603050405020304" pitchFamily="18" charset="0"/>
            </a:endParaRPr>
          </a:p>
        </p:txBody>
      </p:sp>
      <p:sp>
        <p:nvSpPr>
          <p:cNvPr id="104450" name="Rectangle 2">
            <a:extLst>
              <a:ext uri="{FF2B5EF4-FFF2-40B4-BE49-F238E27FC236}">
                <a16:creationId xmlns:a16="http://schemas.microsoft.com/office/drawing/2014/main" id="{3A72AC83-CC76-41E6-83A1-6E7F840ED128}"/>
              </a:ext>
            </a:extLst>
          </p:cNvPr>
          <p:cNvSpPr>
            <a:spLocks noGrp="1" noChangeArrowheads="1"/>
          </p:cNvSpPr>
          <p:nvPr>
            <p:ph type="title"/>
          </p:nvPr>
        </p:nvSpPr>
        <p:spPr/>
        <p:txBody>
          <a:bodyPr/>
          <a:lstStyle/>
          <a:p>
            <a:pPr eaLnBrk="1" hangingPunct="1">
              <a:defRPr/>
            </a:pPr>
            <a:r>
              <a:rPr lang="en-US" altLang="en-US"/>
              <a:t>PUSH Operation</a:t>
            </a:r>
            <a:r>
              <a:rPr lang="en-US" altLang="en-US" sz="2400"/>
              <a:t> (2 of 2)</a:t>
            </a:r>
            <a:endParaRPr lang="en-US" altLang="en-US"/>
          </a:p>
        </p:txBody>
      </p:sp>
      <p:sp>
        <p:nvSpPr>
          <p:cNvPr id="9221" name="Rectangle 3">
            <a:extLst>
              <a:ext uri="{FF2B5EF4-FFF2-40B4-BE49-F238E27FC236}">
                <a16:creationId xmlns:a16="http://schemas.microsoft.com/office/drawing/2014/main" id="{EFD74D7E-8BD7-4B6C-83B2-24691676CF2B}"/>
              </a:ext>
            </a:extLst>
          </p:cNvPr>
          <p:cNvSpPr>
            <a:spLocks noGrp="1" noChangeArrowheads="1"/>
          </p:cNvSpPr>
          <p:nvPr>
            <p:ph type="body" idx="1"/>
          </p:nvPr>
        </p:nvSpPr>
        <p:spPr>
          <a:xfrm>
            <a:off x="685800" y="1143000"/>
            <a:ext cx="7772400" cy="609600"/>
          </a:xfrm>
        </p:spPr>
        <p:txBody>
          <a:bodyPr/>
          <a:lstStyle/>
          <a:p>
            <a:pPr eaLnBrk="1" hangingPunct="1"/>
            <a:r>
              <a:rPr lang="en-US" altLang="en-US"/>
              <a:t>Same stack after pushing two more integers:</a:t>
            </a:r>
          </a:p>
        </p:txBody>
      </p:sp>
      <p:graphicFrame>
        <p:nvGraphicFramePr>
          <p:cNvPr id="9222" name="Object 5">
            <a:extLst>
              <a:ext uri="{FF2B5EF4-FFF2-40B4-BE49-F238E27FC236}">
                <a16:creationId xmlns:a16="http://schemas.microsoft.com/office/drawing/2014/main" id="{52B57203-F8DF-43FB-AD2B-4C8724FE5A5A}"/>
              </a:ext>
            </a:extLst>
          </p:cNvPr>
          <p:cNvGraphicFramePr>
            <a:graphicFrameLocks noChangeAspect="1"/>
          </p:cNvGraphicFramePr>
          <p:nvPr/>
        </p:nvGraphicFramePr>
        <p:xfrm>
          <a:off x="2590800" y="1752600"/>
          <a:ext cx="3733800" cy="2763838"/>
        </p:xfrm>
        <a:graphic>
          <a:graphicData uri="http://schemas.openxmlformats.org/presentationml/2006/ole">
            <mc:AlternateContent xmlns:mc="http://schemas.openxmlformats.org/markup-compatibility/2006">
              <mc:Choice xmlns:v="urn:schemas-microsoft-com:vml" Requires="v">
                <p:oleObj spid="_x0000_s9240" name="VISIO" r:id="rId3" imgW="2392680" imgH="1490472" progId="Visio.Drawing.6">
                  <p:embed/>
                </p:oleObj>
              </mc:Choice>
              <mc:Fallback>
                <p:oleObj name="VISIO" r:id="rId3" imgW="2392680" imgH="1490472"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l="9804" r="5882"/>
                      <a:stretch>
                        <a:fillRect/>
                      </a:stretch>
                    </p:blipFill>
                    <p:spPr bwMode="auto">
                      <a:xfrm>
                        <a:off x="2590800" y="1752600"/>
                        <a:ext cx="3733800" cy="27638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 name="Text Box 6">
            <a:extLst>
              <a:ext uri="{FF2B5EF4-FFF2-40B4-BE49-F238E27FC236}">
                <a16:creationId xmlns:a16="http://schemas.microsoft.com/office/drawing/2014/main" id="{31A19194-72B2-4A40-AD94-C1BF11BD5115}"/>
              </a:ext>
            </a:extLst>
          </p:cNvPr>
          <p:cNvSpPr txBox="1">
            <a:spLocks noChangeArrowheads="1"/>
          </p:cNvSpPr>
          <p:nvPr/>
        </p:nvSpPr>
        <p:spPr bwMode="auto">
          <a:xfrm>
            <a:off x="914400" y="4800600"/>
            <a:ext cx="7315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The stack grows downward. The area below ESP is always available (unless the stack has overflowed).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7C1C54BA-123C-4911-A89A-3043EACFC93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0243" name="Slide Number Placeholder 4">
            <a:extLst>
              <a:ext uri="{FF2B5EF4-FFF2-40B4-BE49-F238E27FC236}">
                <a16:creationId xmlns:a16="http://schemas.microsoft.com/office/drawing/2014/main" id="{68FEF04F-DD6E-4CB5-972A-0FB1A0454B0D}"/>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CDFCA09F-7D6A-4CD3-8FE5-2363FEB892B0}" type="slidenum">
              <a:rPr lang="en-US" altLang="en-US" sz="1600">
                <a:latin typeface="Times New Roman" panose="02020603050405020304" pitchFamily="18" charset="0"/>
              </a:rPr>
              <a:pPr eaLnBrk="1" hangingPunct="1">
                <a:spcBef>
                  <a:spcPct val="0"/>
                </a:spcBef>
                <a:buClrTx/>
                <a:buFontTx/>
                <a:buNone/>
              </a:pPr>
              <a:t>8</a:t>
            </a:fld>
            <a:endParaRPr lang="en-US" altLang="en-US" sz="1600">
              <a:latin typeface="Times New Roman" panose="02020603050405020304" pitchFamily="18" charset="0"/>
            </a:endParaRPr>
          </a:p>
        </p:txBody>
      </p:sp>
      <p:sp>
        <p:nvSpPr>
          <p:cNvPr id="105474" name="Rectangle 2">
            <a:extLst>
              <a:ext uri="{FF2B5EF4-FFF2-40B4-BE49-F238E27FC236}">
                <a16:creationId xmlns:a16="http://schemas.microsoft.com/office/drawing/2014/main" id="{9A95AFE1-3BAA-4A07-9C3A-BC9FF8A38454}"/>
              </a:ext>
            </a:extLst>
          </p:cNvPr>
          <p:cNvSpPr>
            <a:spLocks noGrp="1" noChangeArrowheads="1"/>
          </p:cNvSpPr>
          <p:nvPr>
            <p:ph type="title"/>
          </p:nvPr>
        </p:nvSpPr>
        <p:spPr/>
        <p:txBody>
          <a:bodyPr/>
          <a:lstStyle/>
          <a:p>
            <a:pPr eaLnBrk="1" hangingPunct="1">
              <a:defRPr/>
            </a:pPr>
            <a:r>
              <a:rPr lang="en-US" altLang="en-US"/>
              <a:t>POP Operation</a:t>
            </a:r>
          </a:p>
        </p:txBody>
      </p:sp>
      <p:sp>
        <p:nvSpPr>
          <p:cNvPr id="10245" name="Rectangle 3">
            <a:extLst>
              <a:ext uri="{FF2B5EF4-FFF2-40B4-BE49-F238E27FC236}">
                <a16:creationId xmlns:a16="http://schemas.microsoft.com/office/drawing/2014/main" id="{D8522EBB-2E23-4891-9DB1-E2A17E10D2CD}"/>
              </a:ext>
            </a:extLst>
          </p:cNvPr>
          <p:cNvSpPr>
            <a:spLocks noGrp="1" noChangeArrowheads="1"/>
          </p:cNvSpPr>
          <p:nvPr>
            <p:ph type="body" idx="1"/>
          </p:nvPr>
        </p:nvSpPr>
        <p:spPr>
          <a:xfrm>
            <a:off x="838200" y="1143000"/>
            <a:ext cx="7543800" cy="1524000"/>
          </a:xfrm>
        </p:spPr>
        <p:txBody>
          <a:bodyPr/>
          <a:lstStyle/>
          <a:p>
            <a:pPr eaLnBrk="1" hangingPunct="1"/>
            <a:r>
              <a:rPr lang="en-US" altLang="en-US" sz="2000"/>
              <a:t>Copies value at stack[ESP] into a register or variable.</a:t>
            </a:r>
          </a:p>
          <a:p>
            <a:pPr eaLnBrk="1" hangingPunct="1"/>
            <a:r>
              <a:rPr lang="en-US" altLang="en-US" sz="2000"/>
              <a:t>Adds </a:t>
            </a:r>
            <a:r>
              <a:rPr lang="en-US" altLang="en-US" sz="2000" i="1"/>
              <a:t>n</a:t>
            </a:r>
            <a:r>
              <a:rPr lang="en-US" altLang="en-US" sz="2000"/>
              <a:t> to ESP, where </a:t>
            </a:r>
            <a:r>
              <a:rPr lang="en-US" altLang="en-US" sz="2000" i="1"/>
              <a:t>n</a:t>
            </a:r>
            <a:r>
              <a:rPr lang="en-US" altLang="en-US" sz="2000"/>
              <a:t> is either 2 or 4.</a:t>
            </a:r>
          </a:p>
          <a:p>
            <a:pPr lvl="1" eaLnBrk="1" hangingPunct="1"/>
            <a:r>
              <a:rPr lang="en-US" altLang="en-US" sz="1800"/>
              <a:t>value of </a:t>
            </a:r>
            <a:r>
              <a:rPr lang="en-US" altLang="en-US" sz="1800" i="1"/>
              <a:t>n</a:t>
            </a:r>
            <a:r>
              <a:rPr lang="en-US" altLang="en-US" sz="1800"/>
              <a:t> depends on the attribute of the operand receiving the data</a:t>
            </a:r>
          </a:p>
        </p:txBody>
      </p:sp>
      <p:graphicFrame>
        <p:nvGraphicFramePr>
          <p:cNvPr id="10246" name="Object 4">
            <a:extLst>
              <a:ext uri="{FF2B5EF4-FFF2-40B4-BE49-F238E27FC236}">
                <a16:creationId xmlns:a16="http://schemas.microsoft.com/office/drawing/2014/main" id="{3362648D-9CE7-493D-8AA7-C1A894959D9E}"/>
              </a:ext>
            </a:extLst>
          </p:cNvPr>
          <p:cNvGraphicFramePr>
            <a:graphicFrameLocks noChangeAspect="1"/>
          </p:cNvGraphicFramePr>
          <p:nvPr/>
        </p:nvGraphicFramePr>
        <p:xfrm>
          <a:off x="1143000" y="2819400"/>
          <a:ext cx="6705600" cy="2667000"/>
        </p:xfrm>
        <a:graphic>
          <a:graphicData uri="http://schemas.openxmlformats.org/presentationml/2006/ole">
            <mc:AlternateContent xmlns:mc="http://schemas.openxmlformats.org/markup-compatibility/2006">
              <mc:Choice xmlns:v="urn:schemas-microsoft-com:vml" Requires="v">
                <p:oleObj spid="_x0000_s10263" name="VISIO" r:id="rId3" imgW="4509516" imgH="1589532" progId="Visio.Drawing.6">
                  <p:embed/>
                </p:oleObj>
              </mc:Choice>
              <mc:Fallback>
                <p:oleObj name="VISIO" r:id="rId3" imgW="4509516" imgH="1589532"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6061" r="5051"/>
                      <a:stretch>
                        <a:fillRect/>
                      </a:stretch>
                    </p:blipFill>
                    <p:spPr bwMode="auto">
                      <a:xfrm>
                        <a:off x="1143000" y="2819400"/>
                        <a:ext cx="6705600" cy="2667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60795669-3686-4FDD-BE61-F18585821B62}"/>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1267" name="Slide Number Placeholder 4">
            <a:extLst>
              <a:ext uri="{FF2B5EF4-FFF2-40B4-BE49-F238E27FC236}">
                <a16:creationId xmlns:a16="http://schemas.microsoft.com/office/drawing/2014/main" id="{CF5A9E36-FE36-4097-8142-A03F0620255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FE750D91-0956-4DD5-BED6-559927D57F2A}" type="slidenum">
              <a:rPr lang="en-US" altLang="en-US" sz="1600">
                <a:latin typeface="Times New Roman" panose="02020603050405020304" pitchFamily="18" charset="0"/>
              </a:rPr>
              <a:pPr eaLnBrk="1" hangingPunct="1">
                <a:spcBef>
                  <a:spcPct val="0"/>
                </a:spcBef>
                <a:buClrTx/>
                <a:buFontTx/>
                <a:buNone/>
              </a:pPr>
              <a:t>9</a:t>
            </a:fld>
            <a:endParaRPr lang="en-US" altLang="en-US" sz="1600">
              <a:latin typeface="Times New Roman" panose="02020603050405020304" pitchFamily="18" charset="0"/>
            </a:endParaRPr>
          </a:p>
        </p:txBody>
      </p:sp>
      <p:sp>
        <p:nvSpPr>
          <p:cNvPr id="106498" name="Rectangle 2">
            <a:extLst>
              <a:ext uri="{FF2B5EF4-FFF2-40B4-BE49-F238E27FC236}">
                <a16:creationId xmlns:a16="http://schemas.microsoft.com/office/drawing/2014/main" id="{78837BD8-A620-4109-9E02-F3E5A5422591}"/>
              </a:ext>
            </a:extLst>
          </p:cNvPr>
          <p:cNvSpPr>
            <a:spLocks noGrp="1" noChangeArrowheads="1"/>
          </p:cNvSpPr>
          <p:nvPr>
            <p:ph type="title"/>
          </p:nvPr>
        </p:nvSpPr>
        <p:spPr/>
        <p:txBody>
          <a:bodyPr/>
          <a:lstStyle/>
          <a:p>
            <a:pPr eaLnBrk="1" hangingPunct="1">
              <a:defRPr/>
            </a:pPr>
            <a:r>
              <a:rPr lang="en-US" altLang="en-US"/>
              <a:t>PUSH and POP Instructions</a:t>
            </a:r>
          </a:p>
        </p:txBody>
      </p:sp>
      <p:sp>
        <p:nvSpPr>
          <p:cNvPr id="11269" name="Rectangle 3">
            <a:extLst>
              <a:ext uri="{FF2B5EF4-FFF2-40B4-BE49-F238E27FC236}">
                <a16:creationId xmlns:a16="http://schemas.microsoft.com/office/drawing/2014/main" id="{806930C7-50C0-4711-AE2C-7025CD4F7A26}"/>
              </a:ext>
            </a:extLst>
          </p:cNvPr>
          <p:cNvSpPr>
            <a:spLocks noGrp="1" noChangeArrowheads="1"/>
          </p:cNvSpPr>
          <p:nvPr>
            <p:ph type="body" idx="1"/>
          </p:nvPr>
        </p:nvSpPr>
        <p:spPr>
          <a:xfrm>
            <a:off x="2362200" y="1371600"/>
            <a:ext cx="4572000" cy="3352800"/>
          </a:xfrm>
        </p:spPr>
        <p:txBody>
          <a:bodyPr/>
          <a:lstStyle/>
          <a:p>
            <a:pPr eaLnBrk="1" hangingPunct="1"/>
            <a:r>
              <a:rPr lang="en-US" altLang="en-US"/>
              <a:t>PUSH syntax:</a:t>
            </a:r>
          </a:p>
          <a:p>
            <a:pPr lvl="1" eaLnBrk="1" hangingPunct="1"/>
            <a:r>
              <a:rPr lang="en-US" altLang="en-US"/>
              <a:t>PUSH </a:t>
            </a:r>
            <a:r>
              <a:rPr lang="en-US" altLang="en-US" i="1"/>
              <a:t>r/m16</a:t>
            </a:r>
            <a:r>
              <a:rPr lang="en-US" altLang="en-US"/>
              <a:t>		</a:t>
            </a:r>
          </a:p>
          <a:p>
            <a:pPr lvl="1" eaLnBrk="1" hangingPunct="1"/>
            <a:r>
              <a:rPr lang="en-US" altLang="en-US"/>
              <a:t>PUSH </a:t>
            </a:r>
            <a:r>
              <a:rPr lang="en-US" altLang="en-US" i="1"/>
              <a:t>r/m32</a:t>
            </a:r>
          </a:p>
          <a:p>
            <a:pPr lvl="1" eaLnBrk="1" hangingPunct="1"/>
            <a:r>
              <a:rPr lang="en-US" altLang="en-US"/>
              <a:t>PUSH </a:t>
            </a:r>
            <a:r>
              <a:rPr lang="en-US" altLang="en-US" i="1"/>
              <a:t>imm32</a:t>
            </a:r>
          </a:p>
          <a:p>
            <a:pPr eaLnBrk="1" hangingPunct="1"/>
            <a:r>
              <a:rPr lang="en-US" altLang="en-US"/>
              <a:t>POP syntax:</a:t>
            </a:r>
          </a:p>
          <a:p>
            <a:pPr lvl="1" eaLnBrk="1" hangingPunct="1"/>
            <a:r>
              <a:rPr lang="en-US" altLang="en-US"/>
              <a:t>POP </a:t>
            </a:r>
            <a:r>
              <a:rPr lang="en-US" altLang="en-US" i="1"/>
              <a:t>r/m16</a:t>
            </a:r>
            <a:r>
              <a:rPr lang="en-US" altLang="en-US"/>
              <a:t>		</a:t>
            </a:r>
          </a:p>
          <a:p>
            <a:pPr lvl="1" eaLnBrk="1" hangingPunct="1"/>
            <a:r>
              <a:rPr lang="en-US" altLang="en-US"/>
              <a:t>POP </a:t>
            </a:r>
            <a:r>
              <a:rPr lang="en-US" altLang="en-US" i="1"/>
              <a:t>r/m32</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a:extLst>
              <a:ext uri="{FF2B5EF4-FFF2-40B4-BE49-F238E27FC236}">
                <a16:creationId xmlns:a16="http://schemas.microsoft.com/office/drawing/2014/main" id="{D38E6404-6143-4986-B498-934FFE301713}"/>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2291" name="Slide Number Placeholder 3">
            <a:extLst>
              <a:ext uri="{FF2B5EF4-FFF2-40B4-BE49-F238E27FC236}">
                <a16:creationId xmlns:a16="http://schemas.microsoft.com/office/drawing/2014/main" id="{CD4B9BF1-8202-4CD0-ACF1-17561BFE435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2A22EA65-4654-49E3-94D7-98C4723764AA}" type="slidenum">
              <a:rPr lang="en-US" altLang="en-US" sz="1600">
                <a:latin typeface="Times New Roman" panose="02020603050405020304" pitchFamily="18" charset="0"/>
              </a:rPr>
              <a:pPr eaLnBrk="1" hangingPunct="1">
                <a:spcBef>
                  <a:spcPct val="0"/>
                </a:spcBef>
                <a:buClrTx/>
                <a:buFontTx/>
                <a:buNone/>
              </a:pPr>
              <a:t>10</a:t>
            </a:fld>
            <a:endParaRPr lang="en-US" altLang="en-US" sz="1600">
              <a:latin typeface="Times New Roman" panose="02020603050405020304" pitchFamily="18" charset="0"/>
            </a:endParaRPr>
          </a:p>
        </p:txBody>
      </p:sp>
      <p:sp>
        <p:nvSpPr>
          <p:cNvPr id="86018" name="Rectangle 2">
            <a:extLst>
              <a:ext uri="{FF2B5EF4-FFF2-40B4-BE49-F238E27FC236}">
                <a16:creationId xmlns:a16="http://schemas.microsoft.com/office/drawing/2014/main" id="{E5848EE5-108D-4ECB-964F-3EA3F60C1F19}"/>
              </a:ext>
            </a:extLst>
          </p:cNvPr>
          <p:cNvSpPr>
            <a:spLocks noGrp="1" noChangeArrowheads="1"/>
          </p:cNvSpPr>
          <p:nvPr>
            <p:ph type="title"/>
          </p:nvPr>
        </p:nvSpPr>
        <p:spPr/>
        <p:txBody>
          <a:bodyPr/>
          <a:lstStyle/>
          <a:p>
            <a:pPr eaLnBrk="1" hangingPunct="1">
              <a:defRPr/>
            </a:pPr>
            <a:r>
              <a:rPr lang="en-US" altLang="en-US"/>
              <a:t>Using PUSH and POP</a:t>
            </a:r>
          </a:p>
        </p:txBody>
      </p:sp>
      <p:sp>
        <p:nvSpPr>
          <p:cNvPr id="12293" name="Text Box 3">
            <a:extLst>
              <a:ext uri="{FF2B5EF4-FFF2-40B4-BE49-F238E27FC236}">
                <a16:creationId xmlns:a16="http://schemas.microsoft.com/office/drawing/2014/main" id="{063E2FAE-3461-4B05-A613-54D83266A39A}"/>
              </a:ext>
            </a:extLst>
          </p:cNvPr>
          <p:cNvSpPr txBox="1">
            <a:spLocks noChangeArrowheads="1"/>
          </p:cNvSpPr>
          <p:nvPr/>
        </p:nvSpPr>
        <p:spPr bwMode="auto">
          <a:xfrm>
            <a:off x="762000" y="2057400"/>
            <a:ext cx="7543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push esi		; push registers</a:t>
            </a:r>
          </a:p>
          <a:p>
            <a:pPr eaLnBrk="1" hangingPunct="1">
              <a:lnSpc>
                <a:spcPct val="50000"/>
              </a:lnSpc>
              <a:spcBef>
                <a:spcPct val="50000"/>
              </a:spcBef>
              <a:buClrTx/>
              <a:buFontTx/>
              <a:buNone/>
            </a:pPr>
            <a:r>
              <a:rPr lang="en-US" altLang="en-US" sz="1800" b="1">
                <a:latin typeface="Courier New" panose="02070309020205020404" pitchFamily="49" charset="0"/>
              </a:rPr>
              <a:t>push ecx</a:t>
            </a:r>
          </a:p>
          <a:p>
            <a:pPr eaLnBrk="1" hangingPunct="1">
              <a:lnSpc>
                <a:spcPct val="50000"/>
              </a:lnSpc>
              <a:spcBef>
                <a:spcPct val="50000"/>
              </a:spcBef>
              <a:buClrTx/>
              <a:buFontTx/>
              <a:buNone/>
            </a:pPr>
            <a:r>
              <a:rPr lang="en-US" altLang="en-US" sz="1800" b="1">
                <a:latin typeface="Courier New" panose="02070309020205020404" pitchFamily="49" charset="0"/>
              </a:rPr>
              <a:t>push ebx</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mov  esi,OFFSET dwordVal 		; display some memory</a:t>
            </a:r>
          </a:p>
          <a:p>
            <a:pPr eaLnBrk="1" hangingPunct="1">
              <a:lnSpc>
                <a:spcPct val="50000"/>
              </a:lnSpc>
              <a:spcBef>
                <a:spcPct val="50000"/>
              </a:spcBef>
              <a:buClrTx/>
              <a:buFontTx/>
              <a:buNone/>
            </a:pPr>
            <a:r>
              <a:rPr lang="en-US" altLang="en-US" sz="1800" b="1">
                <a:latin typeface="Courier New" panose="02070309020205020404" pitchFamily="49" charset="0"/>
              </a:rPr>
              <a:t>mov  ecx,LENGTHOF dwordVal</a:t>
            </a:r>
          </a:p>
          <a:p>
            <a:pPr eaLnBrk="1" hangingPunct="1">
              <a:lnSpc>
                <a:spcPct val="50000"/>
              </a:lnSpc>
              <a:spcBef>
                <a:spcPct val="50000"/>
              </a:spcBef>
              <a:buClrTx/>
              <a:buFontTx/>
              <a:buNone/>
            </a:pPr>
            <a:r>
              <a:rPr lang="en-US" altLang="en-US" sz="1800" b="1">
                <a:latin typeface="Courier New" panose="02070309020205020404" pitchFamily="49" charset="0"/>
              </a:rPr>
              <a:t>mov  ebx,TYPE dwordVal</a:t>
            </a:r>
          </a:p>
          <a:p>
            <a:pPr eaLnBrk="1" hangingPunct="1">
              <a:lnSpc>
                <a:spcPct val="50000"/>
              </a:lnSpc>
              <a:spcBef>
                <a:spcPct val="50000"/>
              </a:spcBef>
              <a:buClrTx/>
              <a:buFontTx/>
              <a:buNone/>
            </a:pPr>
            <a:r>
              <a:rPr lang="en-US" altLang="en-US" sz="1800" b="1">
                <a:latin typeface="Courier New" panose="02070309020205020404" pitchFamily="49" charset="0"/>
              </a:rPr>
              <a:t>call DumpMem</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pop  ebx		; restore registers</a:t>
            </a:r>
          </a:p>
          <a:p>
            <a:pPr eaLnBrk="1" hangingPunct="1">
              <a:lnSpc>
                <a:spcPct val="50000"/>
              </a:lnSpc>
              <a:spcBef>
                <a:spcPct val="50000"/>
              </a:spcBef>
              <a:buClrTx/>
              <a:buFontTx/>
              <a:buNone/>
            </a:pPr>
            <a:r>
              <a:rPr lang="en-US" altLang="en-US" sz="1800" b="1">
                <a:latin typeface="Courier New" panose="02070309020205020404" pitchFamily="49" charset="0"/>
              </a:rPr>
              <a:t>pop  ecx</a:t>
            </a:r>
          </a:p>
          <a:p>
            <a:pPr eaLnBrk="1" hangingPunct="1">
              <a:lnSpc>
                <a:spcPct val="50000"/>
              </a:lnSpc>
              <a:spcBef>
                <a:spcPct val="50000"/>
              </a:spcBef>
              <a:buClrTx/>
              <a:buFontTx/>
              <a:buNone/>
            </a:pPr>
            <a:r>
              <a:rPr lang="en-US" altLang="en-US" sz="1800" b="1">
                <a:latin typeface="Courier New" panose="02070309020205020404" pitchFamily="49" charset="0"/>
              </a:rPr>
              <a:t>pop  esi</a:t>
            </a:r>
          </a:p>
        </p:txBody>
      </p:sp>
      <p:sp>
        <p:nvSpPr>
          <p:cNvPr id="12294" name="Text Box 4">
            <a:extLst>
              <a:ext uri="{FF2B5EF4-FFF2-40B4-BE49-F238E27FC236}">
                <a16:creationId xmlns:a16="http://schemas.microsoft.com/office/drawing/2014/main" id="{A156800E-1563-49EE-845F-837719985633}"/>
              </a:ext>
            </a:extLst>
          </p:cNvPr>
          <p:cNvSpPr txBox="1">
            <a:spLocks noChangeArrowheads="1"/>
          </p:cNvSpPr>
          <p:nvPr/>
        </p:nvSpPr>
        <p:spPr bwMode="auto">
          <a:xfrm>
            <a:off x="685800" y="10668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Save and restore registers when they contain important values. PUSH and POP instructions occur in the opposite order.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1036A4F5-9F22-4EAA-BD56-7A8701EA59D2}"/>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8435" name="Slide Number Placeholder 4">
            <a:extLst>
              <a:ext uri="{FF2B5EF4-FFF2-40B4-BE49-F238E27FC236}">
                <a16:creationId xmlns:a16="http://schemas.microsoft.com/office/drawing/2014/main" id="{F559126A-A836-4E73-8B46-B0ABF3C32BB4}"/>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89AB0B0D-65A3-4495-8FBF-17E0424B0501}" type="slidenum">
              <a:rPr lang="en-US" altLang="en-US" sz="1600">
                <a:latin typeface="Times New Roman" panose="02020603050405020304" pitchFamily="18" charset="0"/>
              </a:rPr>
              <a:pPr eaLnBrk="1" hangingPunct="1">
                <a:spcBef>
                  <a:spcPct val="0"/>
                </a:spcBef>
                <a:buClrTx/>
                <a:buFontTx/>
                <a:buNone/>
              </a:pPr>
              <a:t>11</a:t>
            </a:fld>
            <a:endParaRPr lang="en-US" altLang="en-US" sz="1600">
              <a:latin typeface="Times New Roman" panose="02020603050405020304" pitchFamily="18" charset="0"/>
            </a:endParaRPr>
          </a:p>
        </p:txBody>
      </p:sp>
      <p:sp>
        <p:nvSpPr>
          <p:cNvPr id="145410" name="Rectangle 1026">
            <a:extLst>
              <a:ext uri="{FF2B5EF4-FFF2-40B4-BE49-F238E27FC236}">
                <a16:creationId xmlns:a16="http://schemas.microsoft.com/office/drawing/2014/main" id="{BD872CD3-9705-4824-B0B7-E3E3C5EF7DB7}"/>
              </a:ext>
            </a:extLst>
          </p:cNvPr>
          <p:cNvSpPr>
            <a:spLocks noGrp="1" noChangeArrowheads="1"/>
          </p:cNvSpPr>
          <p:nvPr>
            <p:ph type="title"/>
          </p:nvPr>
        </p:nvSpPr>
        <p:spPr/>
        <p:txBody>
          <a:bodyPr/>
          <a:lstStyle/>
          <a:p>
            <a:pPr eaLnBrk="1" hangingPunct="1">
              <a:defRPr/>
            </a:pPr>
            <a:r>
              <a:rPr lang="en-US" altLang="en-US"/>
              <a:t>What's Next</a:t>
            </a:r>
          </a:p>
        </p:txBody>
      </p:sp>
      <p:sp>
        <p:nvSpPr>
          <p:cNvPr id="18437" name="Rectangle 1027">
            <a:extLst>
              <a:ext uri="{FF2B5EF4-FFF2-40B4-BE49-F238E27FC236}">
                <a16:creationId xmlns:a16="http://schemas.microsoft.com/office/drawing/2014/main" id="{D0764BBC-2BDD-4188-8354-92061C0DC764}"/>
              </a:ext>
            </a:extLst>
          </p:cNvPr>
          <p:cNvSpPr>
            <a:spLocks noGrp="1" noChangeArrowheads="1"/>
          </p:cNvSpPr>
          <p:nvPr>
            <p:ph type="body" idx="1"/>
          </p:nvPr>
        </p:nvSpPr>
        <p:spPr>
          <a:xfrm>
            <a:off x="1828800" y="1600200"/>
            <a:ext cx="6400800" cy="2895600"/>
          </a:xfrm>
        </p:spPr>
        <p:txBody>
          <a:bodyPr/>
          <a:lstStyle/>
          <a:p>
            <a:pPr eaLnBrk="1" hangingPunct="1"/>
            <a:r>
              <a:rPr lang="en-US" altLang="en-US"/>
              <a:t>Stack Operations</a:t>
            </a:r>
          </a:p>
          <a:p>
            <a:pPr eaLnBrk="1" hangingPunct="1"/>
            <a:r>
              <a:rPr lang="en-US" altLang="en-US" b="1">
                <a:solidFill>
                  <a:schemeClr val="tx2"/>
                </a:solidFill>
              </a:rPr>
              <a:t>Defining and Using Procedures</a:t>
            </a:r>
          </a:p>
          <a:p>
            <a:pPr eaLnBrk="1" hangingPunct="1"/>
            <a:r>
              <a:rPr lang="en-US" altLang="en-US"/>
              <a:t>Linking to an External Library</a:t>
            </a:r>
          </a:p>
          <a:p>
            <a:pPr eaLnBrk="1" hangingPunct="1"/>
            <a:r>
              <a:rPr lang="en-US" altLang="en-US"/>
              <a:t>The Irvine32 Library</a:t>
            </a:r>
          </a:p>
          <a:p>
            <a:pPr eaLnBrk="1" hangingPunct="1"/>
            <a:r>
              <a:rPr lang="en-US" altLang="en-US"/>
              <a:t>64-Bit Assembly Programming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CAA7FEA5-6045-4260-8A67-19C3C5B362DF}"/>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9459" name="Slide Number Placeholder 4">
            <a:extLst>
              <a:ext uri="{FF2B5EF4-FFF2-40B4-BE49-F238E27FC236}">
                <a16:creationId xmlns:a16="http://schemas.microsoft.com/office/drawing/2014/main" id="{AB6C17C3-26E2-4CDF-B88C-0D2F752D1E0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174C3AA-4B8E-4AD6-A532-0E897A28CFBF}" type="slidenum">
              <a:rPr lang="en-US" altLang="en-US" sz="1600">
                <a:latin typeface="Times New Roman" panose="02020603050405020304" pitchFamily="18" charset="0"/>
              </a:rPr>
              <a:pPr eaLnBrk="1" hangingPunct="1">
                <a:spcBef>
                  <a:spcPct val="0"/>
                </a:spcBef>
                <a:buClrTx/>
                <a:buFontTx/>
                <a:buNone/>
              </a:pPr>
              <a:t>12</a:t>
            </a:fld>
            <a:endParaRPr lang="en-US" altLang="en-US" sz="1600">
              <a:latin typeface="Times New Roman" panose="02020603050405020304" pitchFamily="18" charset="0"/>
            </a:endParaRPr>
          </a:p>
        </p:txBody>
      </p:sp>
      <p:sp>
        <p:nvSpPr>
          <p:cNvPr id="138242" name="Rectangle 2">
            <a:extLst>
              <a:ext uri="{FF2B5EF4-FFF2-40B4-BE49-F238E27FC236}">
                <a16:creationId xmlns:a16="http://schemas.microsoft.com/office/drawing/2014/main" id="{DBC395FC-6812-4E6E-90AD-A9D3ABE8C928}"/>
              </a:ext>
            </a:extLst>
          </p:cNvPr>
          <p:cNvSpPr>
            <a:spLocks noGrp="1" noChangeArrowheads="1"/>
          </p:cNvSpPr>
          <p:nvPr>
            <p:ph type="title"/>
          </p:nvPr>
        </p:nvSpPr>
        <p:spPr/>
        <p:txBody>
          <a:bodyPr/>
          <a:lstStyle/>
          <a:p>
            <a:pPr eaLnBrk="1" hangingPunct="1">
              <a:defRPr/>
            </a:pPr>
            <a:r>
              <a:rPr lang="en-US" altLang="en-US"/>
              <a:t>Defining and Using Procedures</a:t>
            </a:r>
          </a:p>
        </p:txBody>
      </p:sp>
      <p:sp>
        <p:nvSpPr>
          <p:cNvPr id="19461" name="Rectangle 3">
            <a:extLst>
              <a:ext uri="{FF2B5EF4-FFF2-40B4-BE49-F238E27FC236}">
                <a16:creationId xmlns:a16="http://schemas.microsoft.com/office/drawing/2014/main" id="{A378D04D-F115-453A-A907-AF9E8467BFD7}"/>
              </a:ext>
            </a:extLst>
          </p:cNvPr>
          <p:cNvSpPr>
            <a:spLocks noGrp="1" noChangeArrowheads="1"/>
          </p:cNvSpPr>
          <p:nvPr>
            <p:ph type="body" idx="1"/>
          </p:nvPr>
        </p:nvSpPr>
        <p:spPr>
          <a:xfrm>
            <a:off x="1828800" y="1447800"/>
            <a:ext cx="6400800" cy="4038600"/>
          </a:xfrm>
        </p:spPr>
        <p:txBody>
          <a:bodyPr/>
          <a:lstStyle/>
          <a:p>
            <a:pPr eaLnBrk="1" hangingPunct="1"/>
            <a:r>
              <a:rPr lang="en-US" altLang="en-US"/>
              <a:t>Creating Procedures</a:t>
            </a:r>
          </a:p>
          <a:p>
            <a:pPr eaLnBrk="1" hangingPunct="1"/>
            <a:r>
              <a:rPr lang="en-US" altLang="en-US"/>
              <a:t>Documenting Procedures</a:t>
            </a:r>
          </a:p>
          <a:p>
            <a:pPr eaLnBrk="1" hangingPunct="1"/>
            <a:r>
              <a:rPr lang="en-US" altLang="en-US"/>
              <a:t>Example: SumOf Procedure</a:t>
            </a:r>
          </a:p>
          <a:p>
            <a:pPr eaLnBrk="1" hangingPunct="1"/>
            <a:r>
              <a:rPr lang="en-US" altLang="en-US"/>
              <a:t>CALL and RET Instructions</a:t>
            </a:r>
          </a:p>
          <a:p>
            <a:pPr eaLnBrk="1" hangingPunct="1"/>
            <a:r>
              <a:rPr lang="en-US" altLang="en-US"/>
              <a:t>Nested Procedure Calls</a:t>
            </a:r>
          </a:p>
          <a:p>
            <a:pPr eaLnBrk="1" hangingPunct="1"/>
            <a:r>
              <a:rPr lang="en-US" altLang="en-US"/>
              <a:t>Local and Global Labels</a:t>
            </a:r>
          </a:p>
          <a:p>
            <a:pPr eaLnBrk="1" hangingPunct="1"/>
            <a:r>
              <a:rPr lang="en-US" altLang="en-US"/>
              <a:t>Procedure Parameters</a:t>
            </a:r>
          </a:p>
          <a:p>
            <a:pPr eaLnBrk="1" hangingPunct="1"/>
            <a:r>
              <a:rPr lang="en-US" altLang="en-US"/>
              <a:t>Flowchart Symbols</a:t>
            </a:r>
          </a:p>
          <a:p>
            <a:pPr eaLnBrk="1" hangingPunct="1"/>
            <a:r>
              <a:rPr lang="en-US" altLang="en-US"/>
              <a:t>USES Operator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BC2FB3AE-5700-4026-BCC1-3D84E01FAD5F}"/>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0483" name="Slide Number Placeholder 4">
            <a:extLst>
              <a:ext uri="{FF2B5EF4-FFF2-40B4-BE49-F238E27FC236}">
                <a16:creationId xmlns:a16="http://schemas.microsoft.com/office/drawing/2014/main" id="{7EA61F14-23F0-4F7C-95C7-7E23B545F79B}"/>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3D75877-888E-47A9-B304-4CEFE13E06E9}" type="slidenum">
              <a:rPr lang="en-US" altLang="en-US" sz="1600">
                <a:latin typeface="Times New Roman" panose="02020603050405020304" pitchFamily="18" charset="0"/>
              </a:rPr>
              <a:pPr eaLnBrk="1" hangingPunct="1">
                <a:spcBef>
                  <a:spcPct val="0"/>
                </a:spcBef>
                <a:buClrTx/>
                <a:buFontTx/>
                <a:buNone/>
              </a:pPr>
              <a:t>13</a:t>
            </a:fld>
            <a:endParaRPr lang="en-US" altLang="en-US" sz="1600">
              <a:latin typeface="Times New Roman" panose="02020603050405020304" pitchFamily="18" charset="0"/>
            </a:endParaRPr>
          </a:p>
        </p:txBody>
      </p:sp>
      <p:sp>
        <p:nvSpPr>
          <p:cNvPr id="109570" name="Rectangle 2">
            <a:extLst>
              <a:ext uri="{FF2B5EF4-FFF2-40B4-BE49-F238E27FC236}">
                <a16:creationId xmlns:a16="http://schemas.microsoft.com/office/drawing/2014/main" id="{0658A1B2-5247-44E5-A1A9-488690EBFC50}"/>
              </a:ext>
            </a:extLst>
          </p:cNvPr>
          <p:cNvSpPr>
            <a:spLocks noGrp="1" noChangeArrowheads="1"/>
          </p:cNvSpPr>
          <p:nvPr>
            <p:ph type="title"/>
          </p:nvPr>
        </p:nvSpPr>
        <p:spPr/>
        <p:txBody>
          <a:bodyPr/>
          <a:lstStyle/>
          <a:p>
            <a:pPr eaLnBrk="1" hangingPunct="1">
              <a:defRPr/>
            </a:pPr>
            <a:r>
              <a:rPr lang="en-US" altLang="en-US"/>
              <a:t>Creating Procedures</a:t>
            </a:r>
          </a:p>
        </p:txBody>
      </p:sp>
      <p:sp>
        <p:nvSpPr>
          <p:cNvPr id="20485" name="Rectangle 3">
            <a:extLst>
              <a:ext uri="{FF2B5EF4-FFF2-40B4-BE49-F238E27FC236}">
                <a16:creationId xmlns:a16="http://schemas.microsoft.com/office/drawing/2014/main" id="{D4151108-5FFC-44AB-8575-75B5D8CA9BD4}"/>
              </a:ext>
            </a:extLst>
          </p:cNvPr>
          <p:cNvSpPr>
            <a:spLocks noGrp="1" noChangeArrowheads="1"/>
          </p:cNvSpPr>
          <p:nvPr>
            <p:ph type="body" idx="1"/>
          </p:nvPr>
        </p:nvSpPr>
        <p:spPr>
          <a:xfrm>
            <a:off x="685800" y="1143000"/>
            <a:ext cx="7772400" cy="2362200"/>
          </a:xfrm>
        </p:spPr>
        <p:txBody>
          <a:bodyPr/>
          <a:lstStyle/>
          <a:p>
            <a:pPr eaLnBrk="1" hangingPunct="1">
              <a:lnSpc>
                <a:spcPct val="90000"/>
              </a:lnSpc>
            </a:pPr>
            <a:r>
              <a:rPr lang="en-US" altLang="en-US"/>
              <a:t>Large problems can be divided into smaller tasks to make them more manageable</a:t>
            </a:r>
          </a:p>
          <a:p>
            <a:pPr eaLnBrk="1" hangingPunct="1">
              <a:lnSpc>
                <a:spcPct val="90000"/>
              </a:lnSpc>
            </a:pPr>
            <a:r>
              <a:rPr lang="en-US" altLang="en-US"/>
              <a:t>A </a:t>
            </a:r>
            <a:r>
              <a:rPr lang="en-US" altLang="en-US">
                <a:solidFill>
                  <a:schemeClr val="tx2"/>
                </a:solidFill>
              </a:rPr>
              <a:t>procedure</a:t>
            </a:r>
            <a:r>
              <a:rPr lang="en-US" altLang="en-US"/>
              <a:t> is the ASM equivalent of a Java or C++ function</a:t>
            </a:r>
          </a:p>
          <a:p>
            <a:pPr eaLnBrk="1" hangingPunct="1">
              <a:lnSpc>
                <a:spcPct val="90000"/>
              </a:lnSpc>
            </a:pPr>
            <a:r>
              <a:rPr lang="en-US" altLang="en-US"/>
              <a:t>Following is an assembly language procedure named </a:t>
            </a:r>
            <a:r>
              <a:rPr lang="en-US" altLang="en-US">
                <a:solidFill>
                  <a:schemeClr val="tx2"/>
                </a:solidFill>
              </a:rPr>
              <a:t>sample:</a:t>
            </a:r>
          </a:p>
        </p:txBody>
      </p:sp>
      <p:sp>
        <p:nvSpPr>
          <p:cNvPr id="20486" name="Text Box 4">
            <a:extLst>
              <a:ext uri="{FF2B5EF4-FFF2-40B4-BE49-F238E27FC236}">
                <a16:creationId xmlns:a16="http://schemas.microsoft.com/office/drawing/2014/main" id="{A3EBC76F-1763-4F74-A9DC-1C984B9D4A97}"/>
              </a:ext>
            </a:extLst>
          </p:cNvPr>
          <p:cNvSpPr txBox="1">
            <a:spLocks noChangeArrowheads="1"/>
          </p:cNvSpPr>
          <p:nvPr/>
        </p:nvSpPr>
        <p:spPr bwMode="auto">
          <a:xfrm>
            <a:off x="2286000" y="3657600"/>
            <a:ext cx="49530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sample PROC</a:t>
            </a:r>
          </a:p>
          <a:p>
            <a:pPr lvl="1" eaLnBrk="1" hangingPunct="1">
              <a:lnSpc>
                <a:spcPct val="50000"/>
              </a:lnSpc>
              <a:spcBef>
                <a:spcPct val="50000"/>
              </a:spcBef>
              <a:buClrTx/>
              <a:buFontTx/>
              <a:buNone/>
            </a:pPr>
            <a:r>
              <a:rPr lang="en-US" altLang="en-US" sz="1800" b="1">
                <a:latin typeface="Courier New" panose="02070309020205020404" pitchFamily="49" charset="0"/>
              </a:rPr>
              <a:t>.</a:t>
            </a:r>
          </a:p>
          <a:p>
            <a:pPr lvl="1" eaLnBrk="1" hangingPunct="1">
              <a:lnSpc>
                <a:spcPct val="50000"/>
              </a:lnSpc>
              <a:spcBef>
                <a:spcPct val="50000"/>
              </a:spcBef>
              <a:buClrTx/>
              <a:buFontTx/>
              <a:buNone/>
            </a:pPr>
            <a:r>
              <a:rPr lang="en-US" altLang="en-US" sz="1800" b="1">
                <a:latin typeface="Courier New" panose="02070309020205020404" pitchFamily="49" charset="0"/>
              </a:rPr>
              <a:t>.</a:t>
            </a:r>
          </a:p>
          <a:p>
            <a:pPr lvl="1" eaLnBrk="1" hangingPunct="1">
              <a:lnSpc>
                <a:spcPct val="50000"/>
              </a:lnSpc>
              <a:spcBef>
                <a:spcPct val="50000"/>
              </a:spcBef>
              <a:buClrTx/>
              <a:buFontTx/>
              <a:buNone/>
            </a:pPr>
            <a:r>
              <a:rPr lang="en-US" altLang="en-US" sz="1800" b="1">
                <a:latin typeface="Courier New" panose="02070309020205020404" pitchFamily="49" charset="0"/>
              </a:rPr>
              <a:t>ret</a:t>
            </a:r>
          </a:p>
          <a:p>
            <a:pPr eaLnBrk="1" hangingPunct="1">
              <a:lnSpc>
                <a:spcPct val="50000"/>
              </a:lnSpc>
              <a:spcBef>
                <a:spcPct val="50000"/>
              </a:spcBef>
              <a:buClrTx/>
              <a:buFontTx/>
              <a:buNone/>
            </a:pPr>
            <a:r>
              <a:rPr lang="en-US" altLang="en-US" sz="1800" b="1">
                <a:latin typeface="Courier New" panose="02070309020205020404" pitchFamily="49" charset="0"/>
              </a:rPr>
              <a:t>sample ENDP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41E7B1C8-6A16-454E-8FF1-29F570C0E6B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3555" name="Slide Number Placeholder 4">
            <a:extLst>
              <a:ext uri="{FF2B5EF4-FFF2-40B4-BE49-F238E27FC236}">
                <a16:creationId xmlns:a16="http://schemas.microsoft.com/office/drawing/2014/main" id="{F5F69637-F60C-42B5-8679-7695A9DE89CF}"/>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9979E8F-31D0-4CF6-AA4A-F13ED6AF5FCF}" type="slidenum">
              <a:rPr lang="en-US" altLang="en-US" sz="1600">
                <a:latin typeface="Times New Roman" panose="02020603050405020304" pitchFamily="18" charset="0"/>
              </a:rPr>
              <a:pPr eaLnBrk="1" hangingPunct="1">
                <a:spcBef>
                  <a:spcPct val="0"/>
                </a:spcBef>
                <a:buClrTx/>
                <a:buFontTx/>
                <a:buNone/>
              </a:pPr>
              <a:t>14</a:t>
            </a:fld>
            <a:endParaRPr lang="en-US" altLang="en-US" sz="1600">
              <a:latin typeface="Times New Roman" panose="02020603050405020304" pitchFamily="18" charset="0"/>
            </a:endParaRPr>
          </a:p>
        </p:txBody>
      </p:sp>
      <p:sp>
        <p:nvSpPr>
          <p:cNvPr id="111618" name="Rectangle 2">
            <a:extLst>
              <a:ext uri="{FF2B5EF4-FFF2-40B4-BE49-F238E27FC236}">
                <a16:creationId xmlns:a16="http://schemas.microsoft.com/office/drawing/2014/main" id="{5C2DE15E-7D77-408E-9D20-890BD5673466}"/>
              </a:ext>
            </a:extLst>
          </p:cNvPr>
          <p:cNvSpPr>
            <a:spLocks noGrp="1" noChangeArrowheads="1"/>
          </p:cNvSpPr>
          <p:nvPr>
            <p:ph type="title"/>
          </p:nvPr>
        </p:nvSpPr>
        <p:spPr/>
        <p:txBody>
          <a:bodyPr/>
          <a:lstStyle/>
          <a:p>
            <a:pPr eaLnBrk="1" hangingPunct="1">
              <a:defRPr/>
            </a:pPr>
            <a:r>
              <a:rPr lang="en-US" altLang="en-US"/>
              <a:t>CALL and RET Instructions</a:t>
            </a:r>
          </a:p>
        </p:txBody>
      </p:sp>
      <p:sp>
        <p:nvSpPr>
          <p:cNvPr id="23557" name="Rectangle 3">
            <a:extLst>
              <a:ext uri="{FF2B5EF4-FFF2-40B4-BE49-F238E27FC236}">
                <a16:creationId xmlns:a16="http://schemas.microsoft.com/office/drawing/2014/main" id="{9122F116-C820-4018-8D25-9AAFEF7605F8}"/>
              </a:ext>
            </a:extLst>
          </p:cNvPr>
          <p:cNvSpPr>
            <a:spLocks noGrp="1" noChangeArrowheads="1"/>
          </p:cNvSpPr>
          <p:nvPr>
            <p:ph type="body" idx="1"/>
          </p:nvPr>
        </p:nvSpPr>
        <p:spPr>
          <a:xfrm>
            <a:off x="685800" y="1600200"/>
            <a:ext cx="7772400" cy="2514600"/>
          </a:xfrm>
        </p:spPr>
        <p:txBody>
          <a:bodyPr/>
          <a:lstStyle/>
          <a:p>
            <a:pPr eaLnBrk="1" hangingPunct="1"/>
            <a:r>
              <a:rPr lang="en-US" altLang="en-US"/>
              <a:t>The CALL instruction calls a procedure </a:t>
            </a:r>
          </a:p>
          <a:p>
            <a:pPr lvl="1" eaLnBrk="1" hangingPunct="1"/>
            <a:r>
              <a:rPr lang="en-US" altLang="en-US"/>
              <a:t>pushes offset of next instruction on the stack</a:t>
            </a:r>
          </a:p>
          <a:p>
            <a:pPr lvl="1" eaLnBrk="1" hangingPunct="1"/>
            <a:r>
              <a:rPr lang="en-US" altLang="en-US"/>
              <a:t>copies the address of the called procedure into EIP</a:t>
            </a:r>
          </a:p>
          <a:p>
            <a:pPr eaLnBrk="1" hangingPunct="1"/>
            <a:r>
              <a:rPr lang="en-US" altLang="en-US"/>
              <a:t> The RET instruction returns from a procedure</a:t>
            </a:r>
          </a:p>
          <a:p>
            <a:pPr lvl="1" eaLnBrk="1" hangingPunct="1"/>
            <a:r>
              <a:rPr lang="en-US" altLang="en-US"/>
              <a:t>pops top of stack into EIP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a:extLst>
              <a:ext uri="{FF2B5EF4-FFF2-40B4-BE49-F238E27FC236}">
                <a16:creationId xmlns:a16="http://schemas.microsoft.com/office/drawing/2014/main" id="{6D25FEAF-D593-409E-86AE-BD2B70975EA3}"/>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4579" name="Slide Number Placeholder 3">
            <a:extLst>
              <a:ext uri="{FF2B5EF4-FFF2-40B4-BE49-F238E27FC236}">
                <a16:creationId xmlns:a16="http://schemas.microsoft.com/office/drawing/2014/main" id="{27C50BE3-A6C5-4586-911C-29541FBA4D7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29BD1208-B8B8-4530-8FE7-742CAE6D01B5}" type="slidenum">
              <a:rPr lang="en-US" altLang="en-US" sz="1600">
                <a:latin typeface="Times New Roman" panose="02020603050405020304" pitchFamily="18" charset="0"/>
              </a:rPr>
              <a:pPr eaLnBrk="1" hangingPunct="1">
                <a:spcBef>
                  <a:spcPct val="0"/>
                </a:spcBef>
                <a:buClrTx/>
                <a:buFontTx/>
                <a:buNone/>
              </a:pPr>
              <a:t>15</a:t>
            </a:fld>
            <a:endParaRPr lang="en-US" altLang="en-US" sz="1600">
              <a:latin typeface="Times New Roman" panose="02020603050405020304" pitchFamily="18" charset="0"/>
            </a:endParaRPr>
          </a:p>
        </p:txBody>
      </p:sp>
      <p:sp>
        <p:nvSpPr>
          <p:cNvPr id="88066" name="Rectangle 2">
            <a:extLst>
              <a:ext uri="{FF2B5EF4-FFF2-40B4-BE49-F238E27FC236}">
                <a16:creationId xmlns:a16="http://schemas.microsoft.com/office/drawing/2014/main" id="{E34B82C3-9B46-42A5-9C8E-5C3E7817E8C4}"/>
              </a:ext>
            </a:extLst>
          </p:cNvPr>
          <p:cNvSpPr>
            <a:spLocks noGrp="1" noChangeArrowheads="1"/>
          </p:cNvSpPr>
          <p:nvPr>
            <p:ph type="title"/>
          </p:nvPr>
        </p:nvSpPr>
        <p:spPr/>
        <p:txBody>
          <a:bodyPr/>
          <a:lstStyle/>
          <a:p>
            <a:pPr eaLnBrk="1" hangingPunct="1">
              <a:defRPr/>
            </a:pPr>
            <a:r>
              <a:rPr lang="en-US" altLang="en-US"/>
              <a:t>CALL-RET Example</a:t>
            </a:r>
            <a:r>
              <a:rPr lang="en-US" altLang="en-US" sz="2400"/>
              <a:t> (1 of 2)</a:t>
            </a:r>
          </a:p>
        </p:txBody>
      </p:sp>
      <p:sp>
        <p:nvSpPr>
          <p:cNvPr id="24581" name="Text Box 3">
            <a:extLst>
              <a:ext uri="{FF2B5EF4-FFF2-40B4-BE49-F238E27FC236}">
                <a16:creationId xmlns:a16="http://schemas.microsoft.com/office/drawing/2014/main" id="{67B09205-B4D4-47B1-897D-B25FB27FD959}"/>
              </a:ext>
            </a:extLst>
          </p:cNvPr>
          <p:cNvSpPr txBox="1">
            <a:spLocks noChangeArrowheads="1"/>
          </p:cNvSpPr>
          <p:nvPr/>
        </p:nvSpPr>
        <p:spPr bwMode="auto">
          <a:xfrm>
            <a:off x="3505200" y="1371600"/>
            <a:ext cx="4800600" cy="40386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main PROC</a:t>
            </a:r>
          </a:p>
          <a:p>
            <a:pPr lvl="1" eaLnBrk="1" hangingPunct="1">
              <a:lnSpc>
                <a:spcPct val="50000"/>
              </a:lnSpc>
              <a:spcBef>
                <a:spcPct val="50000"/>
              </a:spcBef>
              <a:buClrTx/>
              <a:buFontTx/>
              <a:buNone/>
            </a:pPr>
            <a:r>
              <a:rPr lang="en-US" altLang="en-US" sz="1800" b="1">
                <a:latin typeface="Courier New" panose="02070309020205020404" pitchFamily="49" charset="0"/>
              </a:rPr>
              <a:t>00000020 call MySub</a:t>
            </a:r>
          </a:p>
          <a:p>
            <a:pPr lvl="1" eaLnBrk="1" hangingPunct="1">
              <a:lnSpc>
                <a:spcPct val="50000"/>
              </a:lnSpc>
              <a:spcBef>
                <a:spcPct val="50000"/>
              </a:spcBef>
              <a:buClrTx/>
              <a:buFontTx/>
              <a:buNone/>
            </a:pPr>
            <a:r>
              <a:rPr lang="en-US" altLang="en-US" sz="1800" b="1">
                <a:latin typeface="Courier New" panose="02070309020205020404" pitchFamily="49" charset="0"/>
              </a:rPr>
              <a:t>00000025 mov eax,ebx</a:t>
            </a:r>
          </a:p>
          <a:p>
            <a:pPr lvl="1" eaLnBrk="1" hangingPunct="1">
              <a:lnSpc>
                <a:spcPct val="50000"/>
              </a:lnSpc>
              <a:spcBef>
                <a:spcPct val="50000"/>
              </a:spcBef>
              <a:buClrTx/>
              <a:buFontTx/>
              <a:buNone/>
            </a:pPr>
            <a:r>
              <a:rPr lang="en-US" altLang="en-US" sz="1800" b="1">
                <a:latin typeface="Courier New" panose="02070309020205020404" pitchFamily="49" charset="0"/>
              </a:rPr>
              <a:t>.</a:t>
            </a:r>
          </a:p>
          <a:p>
            <a:pPr lvl="1" eaLnBrk="1" hangingPunct="1">
              <a:lnSpc>
                <a:spcPct val="50000"/>
              </a:lnSpc>
              <a:spcBef>
                <a:spcPct val="50000"/>
              </a:spcBef>
              <a:buClrTx/>
              <a:buFontTx/>
              <a:buNone/>
            </a:pPr>
            <a:r>
              <a:rPr lang="en-US" altLang="en-US" sz="1800" b="1">
                <a:latin typeface="Courier New" panose="02070309020205020404" pitchFamily="49" charset="0"/>
              </a:rPr>
              <a:t>.</a:t>
            </a:r>
          </a:p>
          <a:p>
            <a:pPr eaLnBrk="1" hangingPunct="1">
              <a:lnSpc>
                <a:spcPct val="50000"/>
              </a:lnSpc>
              <a:spcBef>
                <a:spcPct val="50000"/>
              </a:spcBef>
              <a:buClrTx/>
              <a:buFontTx/>
              <a:buNone/>
            </a:pPr>
            <a:r>
              <a:rPr lang="en-US" altLang="en-US" sz="1800" b="1">
                <a:latin typeface="Courier New" panose="02070309020205020404" pitchFamily="49" charset="0"/>
              </a:rPr>
              <a:t>main ENDP</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MySub PROC</a:t>
            </a:r>
          </a:p>
          <a:p>
            <a:pPr lvl="1" eaLnBrk="1" hangingPunct="1">
              <a:lnSpc>
                <a:spcPct val="50000"/>
              </a:lnSpc>
              <a:spcBef>
                <a:spcPct val="50000"/>
              </a:spcBef>
              <a:buClrTx/>
              <a:buFontTx/>
              <a:buNone/>
            </a:pPr>
            <a:r>
              <a:rPr lang="en-US" altLang="en-US" sz="1800" b="1">
                <a:latin typeface="Courier New" panose="02070309020205020404" pitchFamily="49" charset="0"/>
              </a:rPr>
              <a:t>00000040 mov eax,edx</a:t>
            </a:r>
          </a:p>
          <a:p>
            <a:pPr lvl="1" eaLnBrk="1" hangingPunct="1">
              <a:lnSpc>
                <a:spcPct val="50000"/>
              </a:lnSpc>
              <a:spcBef>
                <a:spcPct val="50000"/>
              </a:spcBef>
              <a:buClrTx/>
              <a:buFontTx/>
              <a:buNone/>
            </a:pPr>
            <a:r>
              <a:rPr lang="en-US" altLang="en-US" sz="1800" b="1">
                <a:latin typeface="Courier New" panose="02070309020205020404" pitchFamily="49" charset="0"/>
              </a:rPr>
              <a:t>.</a:t>
            </a:r>
          </a:p>
          <a:p>
            <a:pPr lvl="1" eaLnBrk="1" hangingPunct="1">
              <a:lnSpc>
                <a:spcPct val="50000"/>
              </a:lnSpc>
              <a:spcBef>
                <a:spcPct val="50000"/>
              </a:spcBef>
              <a:buClrTx/>
              <a:buFontTx/>
              <a:buNone/>
            </a:pPr>
            <a:r>
              <a:rPr lang="en-US" altLang="en-US" sz="1800" b="1">
                <a:latin typeface="Courier New" panose="02070309020205020404" pitchFamily="49" charset="0"/>
              </a:rPr>
              <a:t>.</a:t>
            </a:r>
          </a:p>
          <a:p>
            <a:pPr lvl="1" eaLnBrk="1" hangingPunct="1">
              <a:lnSpc>
                <a:spcPct val="50000"/>
              </a:lnSpc>
              <a:spcBef>
                <a:spcPct val="50000"/>
              </a:spcBef>
              <a:buClrTx/>
              <a:buFontTx/>
              <a:buNone/>
            </a:pPr>
            <a:r>
              <a:rPr lang="en-US" altLang="en-US" sz="1800" b="1">
                <a:latin typeface="Courier New" panose="02070309020205020404" pitchFamily="49" charset="0"/>
              </a:rPr>
              <a:t>ret</a:t>
            </a:r>
          </a:p>
          <a:p>
            <a:pPr eaLnBrk="1" hangingPunct="1">
              <a:lnSpc>
                <a:spcPct val="50000"/>
              </a:lnSpc>
              <a:spcBef>
                <a:spcPct val="50000"/>
              </a:spcBef>
              <a:buClrTx/>
              <a:buFontTx/>
              <a:buNone/>
            </a:pPr>
            <a:r>
              <a:rPr lang="en-US" altLang="en-US" sz="1800" b="1">
                <a:latin typeface="Courier New" panose="02070309020205020404" pitchFamily="49" charset="0"/>
              </a:rPr>
              <a:t>MySub ENDP</a:t>
            </a:r>
          </a:p>
        </p:txBody>
      </p:sp>
      <p:sp>
        <p:nvSpPr>
          <p:cNvPr id="24582" name="Text Box 5">
            <a:extLst>
              <a:ext uri="{FF2B5EF4-FFF2-40B4-BE49-F238E27FC236}">
                <a16:creationId xmlns:a16="http://schemas.microsoft.com/office/drawing/2014/main" id="{FA5BEA39-15B1-45E1-92FD-BD60281E3A74}"/>
              </a:ext>
            </a:extLst>
          </p:cNvPr>
          <p:cNvSpPr txBox="1">
            <a:spLocks noChangeArrowheads="1"/>
          </p:cNvSpPr>
          <p:nvPr/>
        </p:nvSpPr>
        <p:spPr bwMode="auto">
          <a:xfrm>
            <a:off x="533400" y="1752600"/>
            <a:ext cx="28194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700"/>
              <a:t>0000025 is the offset of the instruction immediately following the CALL instruction</a:t>
            </a:r>
          </a:p>
        </p:txBody>
      </p:sp>
      <p:sp>
        <p:nvSpPr>
          <p:cNvPr id="24583" name="Text Box 7">
            <a:extLst>
              <a:ext uri="{FF2B5EF4-FFF2-40B4-BE49-F238E27FC236}">
                <a16:creationId xmlns:a16="http://schemas.microsoft.com/office/drawing/2014/main" id="{672C06B2-3439-43B4-9418-B802341693F8}"/>
              </a:ext>
            </a:extLst>
          </p:cNvPr>
          <p:cNvSpPr txBox="1">
            <a:spLocks noChangeArrowheads="1"/>
          </p:cNvSpPr>
          <p:nvPr/>
        </p:nvSpPr>
        <p:spPr bwMode="auto">
          <a:xfrm>
            <a:off x="609600" y="3581400"/>
            <a:ext cx="28194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700"/>
              <a:t>00000040 is the offset of the first instruction inside MySub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2">
            <a:extLst>
              <a:ext uri="{FF2B5EF4-FFF2-40B4-BE49-F238E27FC236}">
                <a16:creationId xmlns:a16="http://schemas.microsoft.com/office/drawing/2014/main" id="{143DBD5F-B4F1-4E51-99AB-CF3EC1684A71}"/>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5603" name="Slide Number Placeholder 3">
            <a:extLst>
              <a:ext uri="{FF2B5EF4-FFF2-40B4-BE49-F238E27FC236}">
                <a16:creationId xmlns:a16="http://schemas.microsoft.com/office/drawing/2014/main" id="{79C6E22E-603E-4094-8530-F2C572C92078}"/>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8EEF1B49-8399-496C-86B8-92A1941874DE}" type="slidenum">
              <a:rPr lang="en-US" altLang="en-US" sz="1600">
                <a:latin typeface="Times New Roman" panose="02020603050405020304" pitchFamily="18" charset="0"/>
              </a:rPr>
              <a:pPr eaLnBrk="1" hangingPunct="1">
                <a:spcBef>
                  <a:spcPct val="0"/>
                </a:spcBef>
                <a:buClrTx/>
                <a:buFontTx/>
                <a:buNone/>
              </a:pPr>
              <a:t>16</a:t>
            </a:fld>
            <a:endParaRPr lang="en-US" altLang="en-US" sz="1600">
              <a:latin typeface="Times New Roman" panose="02020603050405020304" pitchFamily="18" charset="0"/>
            </a:endParaRPr>
          </a:p>
        </p:txBody>
      </p:sp>
      <p:sp>
        <p:nvSpPr>
          <p:cNvPr id="112642" name="Rectangle 2">
            <a:extLst>
              <a:ext uri="{FF2B5EF4-FFF2-40B4-BE49-F238E27FC236}">
                <a16:creationId xmlns:a16="http://schemas.microsoft.com/office/drawing/2014/main" id="{7CA745F0-EBC4-4006-8B59-1D4D5873B4BD}"/>
              </a:ext>
            </a:extLst>
          </p:cNvPr>
          <p:cNvSpPr>
            <a:spLocks noGrp="1" noChangeArrowheads="1"/>
          </p:cNvSpPr>
          <p:nvPr>
            <p:ph type="title"/>
          </p:nvPr>
        </p:nvSpPr>
        <p:spPr/>
        <p:txBody>
          <a:bodyPr/>
          <a:lstStyle/>
          <a:p>
            <a:pPr eaLnBrk="1" hangingPunct="1">
              <a:defRPr/>
            </a:pPr>
            <a:r>
              <a:rPr lang="en-US" altLang="en-US"/>
              <a:t>CALL-RET Example</a:t>
            </a:r>
            <a:r>
              <a:rPr lang="en-US" altLang="en-US" sz="2400"/>
              <a:t> (2 of 2)</a:t>
            </a:r>
          </a:p>
        </p:txBody>
      </p:sp>
      <p:graphicFrame>
        <p:nvGraphicFramePr>
          <p:cNvPr id="25605" name="Object 3">
            <a:extLst>
              <a:ext uri="{FF2B5EF4-FFF2-40B4-BE49-F238E27FC236}">
                <a16:creationId xmlns:a16="http://schemas.microsoft.com/office/drawing/2014/main" id="{1EF7284D-FFD3-418D-A6FA-A60143282129}"/>
              </a:ext>
            </a:extLst>
          </p:cNvPr>
          <p:cNvGraphicFramePr>
            <a:graphicFrameLocks noChangeAspect="1"/>
          </p:cNvGraphicFramePr>
          <p:nvPr/>
        </p:nvGraphicFramePr>
        <p:xfrm>
          <a:off x="2971800" y="1371600"/>
          <a:ext cx="5105400" cy="1600200"/>
        </p:xfrm>
        <a:graphic>
          <a:graphicData uri="http://schemas.openxmlformats.org/presentationml/2006/ole">
            <mc:AlternateContent xmlns:mc="http://schemas.openxmlformats.org/markup-compatibility/2006">
              <mc:Choice xmlns:v="urn:schemas-microsoft-com:vml" Requires="v">
                <p:oleObj spid="_x0000_s25643" name="VISIO" r:id="rId3" imgW="2609088" imgH="777240" progId="Visio.Drawing.6">
                  <p:embed/>
                </p:oleObj>
              </mc:Choice>
              <mc:Fallback>
                <p:oleObj name="VISIO" r:id="rId3" imgW="2609088" imgH="77724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125" t="-5234" r="-1563" b="-4691"/>
                      <a:stretch>
                        <a:fillRect/>
                      </a:stretch>
                    </p:blipFill>
                    <p:spPr bwMode="auto">
                      <a:xfrm>
                        <a:off x="2971800" y="1371600"/>
                        <a:ext cx="5105400" cy="1600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6" name="Text Box 5">
            <a:extLst>
              <a:ext uri="{FF2B5EF4-FFF2-40B4-BE49-F238E27FC236}">
                <a16:creationId xmlns:a16="http://schemas.microsoft.com/office/drawing/2014/main" id="{B38413E3-CEB5-45D9-9DEE-8AE42F09BFBB}"/>
              </a:ext>
            </a:extLst>
          </p:cNvPr>
          <p:cNvSpPr txBox="1">
            <a:spLocks noChangeArrowheads="1"/>
          </p:cNvSpPr>
          <p:nvPr/>
        </p:nvSpPr>
        <p:spPr bwMode="auto">
          <a:xfrm>
            <a:off x="457200" y="1524000"/>
            <a:ext cx="2286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500"/>
              <a:t>The CALL instruction pushes 00000025 onto the stack, and loads 00000040 into EIP</a:t>
            </a:r>
          </a:p>
        </p:txBody>
      </p:sp>
      <p:grpSp>
        <p:nvGrpSpPr>
          <p:cNvPr id="25607" name="Group 8">
            <a:extLst>
              <a:ext uri="{FF2B5EF4-FFF2-40B4-BE49-F238E27FC236}">
                <a16:creationId xmlns:a16="http://schemas.microsoft.com/office/drawing/2014/main" id="{40E59663-749C-4CDE-A631-155A5E98CDF1}"/>
              </a:ext>
            </a:extLst>
          </p:cNvPr>
          <p:cNvGrpSpPr>
            <a:grpSpLocks/>
          </p:cNvGrpSpPr>
          <p:nvPr/>
        </p:nvGrpSpPr>
        <p:grpSpPr bwMode="auto">
          <a:xfrm>
            <a:off x="457200" y="3505200"/>
            <a:ext cx="7543800" cy="2133600"/>
            <a:chOff x="288" y="2208"/>
            <a:chExt cx="4752" cy="1344"/>
          </a:xfrm>
        </p:grpSpPr>
        <p:graphicFrame>
          <p:nvGraphicFramePr>
            <p:cNvPr id="25609" name="Object 4">
              <a:extLst>
                <a:ext uri="{FF2B5EF4-FFF2-40B4-BE49-F238E27FC236}">
                  <a16:creationId xmlns:a16="http://schemas.microsoft.com/office/drawing/2014/main" id="{F5F93047-6D68-40E6-B629-F98E5AEDB22F}"/>
                </a:ext>
              </a:extLst>
            </p:cNvPr>
            <p:cNvGraphicFramePr>
              <a:graphicFrameLocks noChangeAspect="1"/>
            </p:cNvGraphicFramePr>
            <p:nvPr/>
          </p:nvGraphicFramePr>
          <p:xfrm>
            <a:off x="1872" y="2208"/>
            <a:ext cx="3168" cy="1344"/>
          </p:xfrm>
          <a:graphic>
            <a:graphicData uri="http://schemas.openxmlformats.org/presentationml/2006/ole">
              <mc:AlternateContent xmlns:mc="http://schemas.openxmlformats.org/markup-compatibility/2006">
                <mc:Choice xmlns:v="urn:schemas-microsoft-com:vml" Requires="v">
                  <p:oleObj spid="_x0000_s25644" name="VISIO" r:id="rId5" imgW="2494788" imgH="1060704" progId="Visio.Drawing.6">
                    <p:embed/>
                  </p:oleObj>
                </mc:Choice>
                <mc:Fallback>
                  <p:oleObj name="VISIO" r:id="rId5" imgW="2494788" imgH="1060704" progId="Visio.Drawing.6">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l="-3226" r="-3226" b="-5994"/>
                        <a:stretch>
                          <a:fillRect/>
                        </a:stretch>
                      </p:blipFill>
                      <p:spPr bwMode="auto">
                        <a:xfrm>
                          <a:off x="1872" y="2208"/>
                          <a:ext cx="3168" cy="13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10" name="Text Box 6">
              <a:extLst>
                <a:ext uri="{FF2B5EF4-FFF2-40B4-BE49-F238E27FC236}">
                  <a16:creationId xmlns:a16="http://schemas.microsoft.com/office/drawing/2014/main" id="{EFC72703-39EA-4B1F-9CA4-315FFF31722E}"/>
                </a:ext>
              </a:extLst>
            </p:cNvPr>
            <p:cNvSpPr txBox="1">
              <a:spLocks noChangeArrowheads="1"/>
            </p:cNvSpPr>
            <p:nvPr/>
          </p:nvSpPr>
          <p:spPr bwMode="auto">
            <a:xfrm>
              <a:off x="288" y="2496"/>
              <a:ext cx="1440"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500"/>
                <a:t>The RET instruction pops 00000025 from the stack into EIP</a:t>
              </a:r>
            </a:p>
          </p:txBody>
        </p:sp>
      </p:grpSp>
      <p:sp>
        <p:nvSpPr>
          <p:cNvPr id="25608" name="Text Box 9">
            <a:extLst>
              <a:ext uri="{FF2B5EF4-FFF2-40B4-BE49-F238E27FC236}">
                <a16:creationId xmlns:a16="http://schemas.microsoft.com/office/drawing/2014/main" id="{54427819-585C-46A2-96C2-9457D2189E33}"/>
              </a:ext>
            </a:extLst>
          </p:cNvPr>
          <p:cNvSpPr txBox="1">
            <a:spLocks noChangeArrowheads="1"/>
          </p:cNvSpPr>
          <p:nvPr/>
        </p:nvSpPr>
        <p:spPr bwMode="auto">
          <a:xfrm>
            <a:off x="3124200" y="5564188"/>
            <a:ext cx="4876800"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1700"/>
              <a:t>(stack shown before RET executes)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2">
            <a:extLst>
              <a:ext uri="{FF2B5EF4-FFF2-40B4-BE49-F238E27FC236}">
                <a16:creationId xmlns:a16="http://schemas.microsoft.com/office/drawing/2014/main" id="{6272AD9D-1D99-48B1-8C57-DCBC52B45C5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6627" name="Slide Number Placeholder 3">
            <a:extLst>
              <a:ext uri="{FF2B5EF4-FFF2-40B4-BE49-F238E27FC236}">
                <a16:creationId xmlns:a16="http://schemas.microsoft.com/office/drawing/2014/main" id="{E5EBD76C-AF19-4974-9385-270086743D4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05ABFDE-5CFC-4A22-816B-790B710910B6}" type="slidenum">
              <a:rPr lang="en-US" altLang="en-US" sz="1600">
                <a:latin typeface="Times New Roman" panose="02020603050405020304" pitchFamily="18" charset="0"/>
              </a:rPr>
              <a:pPr eaLnBrk="1" hangingPunct="1">
                <a:spcBef>
                  <a:spcPct val="0"/>
                </a:spcBef>
                <a:buClrTx/>
                <a:buFontTx/>
                <a:buNone/>
              </a:pPr>
              <a:t>17</a:t>
            </a:fld>
            <a:endParaRPr lang="en-US" altLang="en-US" sz="1600">
              <a:latin typeface="Times New Roman" panose="02020603050405020304" pitchFamily="18" charset="0"/>
            </a:endParaRPr>
          </a:p>
        </p:txBody>
      </p:sp>
      <p:sp>
        <p:nvSpPr>
          <p:cNvPr id="113666" name="Rectangle 2">
            <a:extLst>
              <a:ext uri="{FF2B5EF4-FFF2-40B4-BE49-F238E27FC236}">
                <a16:creationId xmlns:a16="http://schemas.microsoft.com/office/drawing/2014/main" id="{DEDFAD91-2DC0-4D84-89A8-C3DDEFFFF4A8}"/>
              </a:ext>
            </a:extLst>
          </p:cNvPr>
          <p:cNvSpPr>
            <a:spLocks noGrp="1" noChangeArrowheads="1"/>
          </p:cNvSpPr>
          <p:nvPr>
            <p:ph type="title"/>
          </p:nvPr>
        </p:nvSpPr>
        <p:spPr/>
        <p:txBody>
          <a:bodyPr/>
          <a:lstStyle/>
          <a:p>
            <a:pPr eaLnBrk="1" hangingPunct="1">
              <a:defRPr/>
            </a:pPr>
            <a:r>
              <a:rPr lang="en-US" altLang="en-US"/>
              <a:t>Nested Procedure Calls</a:t>
            </a:r>
          </a:p>
        </p:txBody>
      </p:sp>
      <p:graphicFrame>
        <p:nvGraphicFramePr>
          <p:cNvPr id="26629" name="Object 3">
            <a:extLst>
              <a:ext uri="{FF2B5EF4-FFF2-40B4-BE49-F238E27FC236}">
                <a16:creationId xmlns:a16="http://schemas.microsoft.com/office/drawing/2014/main" id="{D655F6F8-867E-4DF3-8789-37D14D95001D}"/>
              </a:ext>
            </a:extLst>
          </p:cNvPr>
          <p:cNvGraphicFramePr>
            <a:graphicFrameLocks noChangeAspect="1"/>
          </p:cNvGraphicFramePr>
          <p:nvPr/>
        </p:nvGraphicFramePr>
        <p:xfrm>
          <a:off x="914400" y="914400"/>
          <a:ext cx="2133600" cy="5257800"/>
        </p:xfrm>
        <a:graphic>
          <a:graphicData uri="http://schemas.openxmlformats.org/presentationml/2006/ole">
            <mc:AlternateContent xmlns:mc="http://schemas.openxmlformats.org/markup-compatibility/2006">
              <mc:Choice xmlns:v="urn:schemas-microsoft-com:vml" Requires="v">
                <p:oleObj spid="_x0000_s26664" name="VISIO" r:id="rId3" imgW="1783080" imgH="4157472" progId="Visio.Drawing.6">
                  <p:embed/>
                </p:oleObj>
              </mc:Choice>
              <mc:Fallback>
                <p:oleObj name="VISIO" r:id="rId3" imgW="1783080" imgH="4157472"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436" t="-1471" r="7230"/>
                      <a:stretch>
                        <a:fillRect/>
                      </a:stretch>
                    </p:blipFill>
                    <p:spPr bwMode="auto">
                      <a:xfrm>
                        <a:off x="914400" y="914400"/>
                        <a:ext cx="2133600" cy="52578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0" name="Object 4">
            <a:extLst>
              <a:ext uri="{FF2B5EF4-FFF2-40B4-BE49-F238E27FC236}">
                <a16:creationId xmlns:a16="http://schemas.microsoft.com/office/drawing/2014/main" id="{CAED0255-1788-4F8F-94EC-35BB2CB40723}"/>
              </a:ext>
            </a:extLst>
          </p:cNvPr>
          <p:cNvGraphicFramePr>
            <a:graphicFrameLocks noChangeAspect="1"/>
          </p:cNvGraphicFramePr>
          <p:nvPr/>
        </p:nvGraphicFramePr>
        <p:xfrm>
          <a:off x="4114800" y="2514600"/>
          <a:ext cx="3276600" cy="2286000"/>
        </p:xfrm>
        <a:graphic>
          <a:graphicData uri="http://schemas.openxmlformats.org/presentationml/2006/ole">
            <mc:AlternateContent xmlns:mc="http://schemas.openxmlformats.org/markup-compatibility/2006">
              <mc:Choice xmlns:v="urn:schemas-microsoft-com:vml" Requires="v">
                <p:oleObj spid="_x0000_s26665" name="VISIO" r:id="rId5" imgW="1757172" imgH="1004316" progId="Visio.Drawing.6">
                  <p:embed/>
                </p:oleObj>
              </mc:Choice>
              <mc:Fallback>
                <p:oleObj name="VISIO" r:id="rId5" imgW="1757172" imgH="1004316" progId="Visio.Drawing.6">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l="-4347" t="-7584" r="10869" b="-6161"/>
                      <a:stretch>
                        <a:fillRect/>
                      </a:stretch>
                    </p:blipFill>
                    <p:spPr bwMode="auto">
                      <a:xfrm>
                        <a:off x="4114800" y="2514600"/>
                        <a:ext cx="3276600" cy="228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1" name="Text Box 5">
            <a:extLst>
              <a:ext uri="{FF2B5EF4-FFF2-40B4-BE49-F238E27FC236}">
                <a16:creationId xmlns:a16="http://schemas.microsoft.com/office/drawing/2014/main" id="{02B60B87-7E2B-431B-B0DC-09678AED4B81}"/>
              </a:ext>
            </a:extLst>
          </p:cNvPr>
          <p:cNvSpPr txBox="1">
            <a:spLocks noChangeArrowheads="1"/>
          </p:cNvSpPr>
          <p:nvPr/>
        </p:nvSpPr>
        <p:spPr bwMode="auto">
          <a:xfrm>
            <a:off x="3962400" y="1295400"/>
            <a:ext cx="35814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By the time Sub3 is called, the stack contains all three return addresses: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2">
            <a:extLst>
              <a:ext uri="{FF2B5EF4-FFF2-40B4-BE49-F238E27FC236}">
                <a16:creationId xmlns:a16="http://schemas.microsoft.com/office/drawing/2014/main" id="{77C9BC36-A9CE-4CAF-AE89-C2F7A37F6C03}"/>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7651" name="Slide Number Placeholder 3">
            <a:extLst>
              <a:ext uri="{FF2B5EF4-FFF2-40B4-BE49-F238E27FC236}">
                <a16:creationId xmlns:a16="http://schemas.microsoft.com/office/drawing/2014/main" id="{55B02166-D220-4001-BAE1-D932BE3E53DF}"/>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B6CDF53D-DAFA-4464-93EF-F80137812DBE}" type="slidenum">
              <a:rPr lang="en-US" altLang="en-US" sz="1600">
                <a:latin typeface="Times New Roman" panose="02020603050405020304" pitchFamily="18" charset="0"/>
              </a:rPr>
              <a:pPr eaLnBrk="1" hangingPunct="1">
                <a:spcBef>
                  <a:spcPct val="0"/>
                </a:spcBef>
                <a:buClrTx/>
                <a:buFontTx/>
                <a:buNone/>
              </a:pPr>
              <a:t>18</a:t>
            </a:fld>
            <a:endParaRPr lang="en-US" altLang="en-US" sz="1600">
              <a:latin typeface="Times New Roman" panose="02020603050405020304" pitchFamily="18" charset="0"/>
            </a:endParaRPr>
          </a:p>
        </p:txBody>
      </p:sp>
      <p:sp>
        <p:nvSpPr>
          <p:cNvPr id="89090" name="Rectangle 2">
            <a:extLst>
              <a:ext uri="{FF2B5EF4-FFF2-40B4-BE49-F238E27FC236}">
                <a16:creationId xmlns:a16="http://schemas.microsoft.com/office/drawing/2014/main" id="{C77E692B-6DA0-4A71-9002-FED4C05CE8A6}"/>
              </a:ext>
            </a:extLst>
          </p:cNvPr>
          <p:cNvSpPr>
            <a:spLocks noGrp="1" noChangeArrowheads="1"/>
          </p:cNvSpPr>
          <p:nvPr>
            <p:ph type="title"/>
          </p:nvPr>
        </p:nvSpPr>
        <p:spPr/>
        <p:txBody>
          <a:bodyPr/>
          <a:lstStyle/>
          <a:p>
            <a:pPr eaLnBrk="1" hangingPunct="1">
              <a:defRPr/>
            </a:pPr>
            <a:r>
              <a:rPr lang="en-US" altLang="en-US"/>
              <a:t>Local and Global Labels</a:t>
            </a:r>
          </a:p>
        </p:txBody>
      </p:sp>
      <p:sp>
        <p:nvSpPr>
          <p:cNvPr id="27653" name="Text Box 3">
            <a:extLst>
              <a:ext uri="{FF2B5EF4-FFF2-40B4-BE49-F238E27FC236}">
                <a16:creationId xmlns:a16="http://schemas.microsoft.com/office/drawing/2014/main" id="{713276B7-3664-48F3-96C1-F915F8EE77CD}"/>
              </a:ext>
            </a:extLst>
          </p:cNvPr>
          <p:cNvSpPr txBox="1">
            <a:spLocks noChangeArrowheads="1"/>
          </p:cNvSpPr>
          <p:nvPr/>
        </p:nvSpPr>
        <p:spPr bwMode="auto">
          <a:xfrm>
            <a:off x="1447800" y="2286000"/>
            <a:ext cx="62484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main PROC</a:t>
            </a:r>
          </a:p>
          <a:p>
            <a:pPr eaLnBrk="1" hangingPunct="1">
              <a:lnSpc>
                <a:spcPct val="50000"/>
              </a:lnSpc>
              <a:spcBef>
                <a:spcPct val="50000"/>
              </a:spcBef>
              <a:buClrTx/>
              <a:buFontTx/>
              <a:buNone/>
            </a:pPr>
            <a:r>
              <a:rPr lang="en-US" altLang="en-US" sz="1800" b="1">
                <a:latin typeface="Courier New" panose="02070309020205020404" pitchFamily="49" charset="0"/>
              </a:rPr>
              <a:t>	jmp L2	; error</a:t>
            </a:r>
          </a:p>
          <a:p>
            <a:pPr eaLnBrk="1" hangingPunct="1">
              <a:lnSpc>
                <a:spcPct val="50000"/>
              </a:lnSpc>
              <a:spcBef>
                <a:spcPct val="50000"/>
              </a:spcBef>
              <a:buClrTx/>
              <a:buFontTx/>
              <a:buNone/>
            </a:pPr>
            <a:r>
              <a:rPr lang="en-US" altLang="en-US" sz="1800" b="1">
                <a:latin typeface="Courier New" panose="02070309020205020404" pitchFamily="49" charset="0"/>
              </a:rPr>
              <a:t>L1::	; global label</a:t>
            </a:r>
          </a:p>
          <a:p>
            <a:pPr eaLnBrk="1" hangingPunct="1">
              <a:lnSpc>
                <a:spcPct val="50000"/>
              </a:lnSpc>
              <a:spcBef>
                <a:spcPct val="50000"/>
              </a:spcBef>
              <a:buClrTx/>
              <a:buFontTx/>
              <a:buNone/>
            </a:pPr>
            <a:r>
              <a:rPr lang="en-US" altLang="en-US" sz="1800" b="1">
                <a:latin typeface="Courier New" panose="02070309020205020404" pitchFamily="49" charset="0"/>
              </a:rPr>
              <a:t>	exit</a:t>
            </a:r>
          </a:p>
          <a:p>
            <a:pPr eaLnBrk="1" hangingPunct="1">
              <a:lnSpc>
                <a:spcPct val="50000"/>
              </a:lnSpc>
              <a:spcBef>
                <a:spcPct val="50000"/>
              </a:spcBef>
              <a:buClrTx/>
              <a:buFontTx/>
              <a:buNone/>
            </a:pPr>
            <a:r>
              <a:rPr lang="en-US" altLang="en-US" sz="1800" b="1">
                <a:latin typeface="Courier New" panose="02070309020205020404" pitchFamily="49" charset="0"/>
              </a:rPr>
              <a:t>main ENDP</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sub2 PROC</a:t>
            </a:r>
          </a:p>
          <a:p>
            <a:pPr eaLnBrk="1" hangingPunct="1">
              <a:lnSpc>
                <a:spcPct val="50000"/>
              </a:lnSpc>
              <a:spcBef>
                <a:spcPct val="50000"/>
              </a:spcBef>
              <a:buClrTx/>
              <a:buFontTx/>
              <a:buNone/>
            </a:pPr>
            <a:r>
              <a:rPr lang="en-US" altLang="en-US" sz="1800" b="1">
                <a:latin typeface="Courier New" panose="02070309020205020404" pitchFamily="49" charset="0"/>
              </a:rPr>
              <a:t>L2:		; local label</a:t>
            </a:r>
          </a:p>
          <a:p>
            <a:pPr eaLnBrk="1" hangingPunct="1">
              <a:lnSpc>
                <a:spcPct val="50000"/>
              </a:lnSpc>
              <a:spcBef>
                <a:spcPct val="50000"/>
              </a:spcBef>
              <a:buClrTx/>
              <a:buFontTx/>
              <a:buNone/>
            </a:pPr>
            <a:r>
              <a:rPr lang="en-US" altLang="en-US" sz="1800" b="1">
                <a:latin typeface="Courier New" panose="02070309020205020404" pitchFamily="49" charset="0"/>
              </a:rPr>
              <a:t>	jmp L1	; ok</a:t>
            </a:r>
          </a:p>
          <a:p>
            <a:pPr eaLnBrk="1" hangingPunct="1">
              <a:lnSpc>
                <a:spcPct val="50000"/>
              </a:lnSpc>
              <a:spcBef>
                <a:spcPct val="50000"/>
              </a:spcBef>
              <a:buClrTx/>
              <a:buFontTx/>
              <a:buNone/>
            </a:pPr>
            <a:r>
              <a:rPr lang="en-US" altLang="en-US" sz="1800" b="1">
                <a:latin typeface="Courier New" panose="02070309020205020404" pitchFamily="49" charset="0"/>
              </a:rPr>
              <a:t>	ret</a:t>
            </a:r>
          </a:p>
          <a:p>
            <a:pPr eaLnBrk="1" hangingPunct="1">
              <a:lnSpc>
                <a:spcPct val="50000"/>
              </a:lnSpc>
              <a:spcBef>
                <a:spcPct val="50000"/>
              </a:spcBef>
              <a:buClrTx/>
              <a:buFontTx/>
              <a:buNone/>
            </a:pPr>
            <a:r>
              <a:rPr lang="en-US" altLang="en-US" sz="1800" b="1">
                <a:latin typeface="Courier New" panose="02070309020205020404" pitchFamily="49" charset="0"/>
              </a:rPr>
              <a:t>sub2 ENDP</a:t>
            </a:r>
          </a:p>
        </p:txBody>
      </p:sp>
      <p:sp>
        <p:nvSpPr>
          <p:cNvPr id="27654" name="Text Box 4">
            <a:extLst>
              <a:ext uri="{FF2B5EF4-FFF2-40B4-BE49-F238E27FC236}">
                <a16:creationId xmlns:a16="http://schemas.microsoft.com/office/drawing/2014/main" id="{225716CE-B757-43D8-A428-C973C60C8909}"/>
              </a:ext>
            </a:extLst>
          </p:cNvPr>
          <p:cNvSpPr txBox="1">
            <a:spLocks noChangeArrowheads="1"/>
          </p:cNvSpPr>
          <p:nvPr/>
        </p:nvSpPr>
        <p:spPr bwMode="auto">
          <a:xfrm>
            <a:off x="685800" y="10668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A local label </a:t>
            </a:r>
            <a:r>
              <a:rPr lang="en-US" altLang="en-US" sz="2100">
                <a:sym typeface="Wingdings" panose="05000000000000000000" pitchFamily="2" charset="2"/>
              </a:rPr>
              <a:t>is visible only to statements inside the same procedure. A global label is visible everywhere.</a:t>
            </a:r>
            <a:endParaRPr lang="en-US" altLang="en-US" sz="2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a:extLst>
              <a:ext uri="{FF2B5EF4-FFF2-40B4-BE49-F238E27FC236}">
                <a16:creationId xmlns:a16="http://schemas.microsoft.com/office/drawing/2014/main" id="{F08F7FD1-EDB0-4069-B181-CD645514CAA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8675" name="Slide Number Placeholder 4">
            <a:extLst>
              <a:ext uri="{FF2B5EF4-FFF2-40B4-BE49-F238E27FC236}">
                <a16:creationId xmlns:a16="http://schemas.microsoft.com/office/drawing/2014/main" id="{D96EA336-4C1F-403A-A5C6-AA45CFEC6FDA}"/>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5932E006-230E-43F3-8775-2274CECDC4D2}" type="slidenum">
              <a:rPr lang="en-US" altLang="en-US" sz="1600">
                <a:latin typeface="Times New Roman" panose="02020603050405020304" pitchFamily="18" charset="0"/>
              </a:rPr>
              <a:pPr eaLnBrk="1" hangingPunct="1">
                <a:spcBef>
                  <a:spcPct val="0"/>
                </a:spcBef>
                <a:buClrTx/>
                <a:buFontTx/>
                <a:buNone/>
              </a:pPr>
              <a:t>19</a:t>
            </a:fld>
            <a:endParaRPr lang="en-US" altLang="en-US" sz="1600">
              <a:latin typeface="Times New Roman" panose="02020603050405020304" pitchFamily="18" charset="0"/>
            </a:endParaRPr>
          </a:p>
        </p:txBody>
      </p:sp>
      <p:sp>
        <p:nvSpPr>
          <p:cNvPr id="116738" name="Rectangle 2">
            <a:extLst>
              <a:ext uri="{FF2B5EF4-FFF2-40B4-BE49-F238E27FC236}">
                <a16:creationId xmlns:a16="http://schemas.microsoft.com/office/drawing/2014/main" id="{0FCDED64-CDCA-491C-A54C-3169026F4262}"/>
              </a:ext>
            </a:extLst>
          </p:cNvPr>
          <p:cNvSpPr>
            <a:spLocks noGrp="1" noChangeArrowheads="1"/>
          </p:cNvSpPr>
          <p:nvPr>
            <p:ph type="title"/>
          </p:nvPr>
        </p:nvSpPr>
        <p:spPr/>
        <p:txBody>
          <a:bodyPr/>
          <a:lstStyle/>
          <a:p>
            <a:pPr eaLnBrk="1" hangingPunct="1">
              <a:defRPr/>
            </a:pPr>
            <a:r>
              <a:rPr lang="en-US" altLang="en-US"/>
              <a:t>Procedure Parameters</a:t>
            </a:r>
            <a:r>
              <a:rPr lang="en-US" altLang="en-US" sz="2400"/>
              <a:t> (1 of 3)</a:t>
            </a:r>
            <a:endParaRPr lang="en-US" altLang="en-US"/>
          </a:p>
        </p:txBody>
      </p:sp>
      <p:sp>
        <p:nvSpPr>
          <p:cNvPr id="28677" name="Rectangle 3">
            <a:extLst>
              <a:ext uri="{FF2B5EF4-FFF2-40B4-BE49-F238E27FC236}">
                <a16:creationId xmlns:a16="http://schemas.microsoft.com/office/drawing/2014/main" id="{DAF0719B-EDF4-4DC2-8BC0-6C89BC84D250}"/>
              </a:ext>
            </a:extLst>
          </p:cNvPr>
          <p:cNvSpPr>
            <a:spLocks noGrp="1" noChangeArrowheads="1"/>
          </p:cNvSpPr>
          <p:nvPr>
            <p:ph type="body" idx="1"/>
          </p:nvPr>
        </p:nvSpPr>
        <p:spPr>
          <a:xfrm>
            <a:off x="685800" y="1600200"/>
            <a:ext cx="7772400" cy="2667000"/>
          </a:xfrm>
        </p:spPr>
        <p:txBody>
          <a:bodyPr/>
          <a:lstStyle/>
          <a:p>
            <a:pPr eaLnBrk="1" hangingPunct="1">
              <a:spcBef>
                <a:spcPct val="50000"/>
              </a:spcBef>
              <a:buClrTx/>
            </a:pPr>
            <a:r>
              <a:rPr lang="en-US" altLang="en-US" sz="2500"/>
              <a:t>A good procedure might be usable in many different programs</a:t>
            </a:r>
          </a:p>
          <a:p>
            <a:pPr lvl="1" eaLnBrk="1" hangingPunct="1">
              <a:spcBef>
                <a:spcPct val="50000"/>
              </a:spcBef>
              <a:buClrTx/>
            </a:pPr>
            <a:r>
              <a:rPr lang="en-US" altLang="en-US" sz="2300"/>
              <a:t>but not if it refers to specific variable names</a:t>
            </a:r>
          </a:p>
          <a:p>
            <a:pPr eaLnBrk="1" hangingPunct="1">
              <a:spcBef>
                <a:spcPct val="50000"/>
              </a:spcBef>
              <a:buClrTx/>
            </a:pPr>
            <a:r>
              <a:rPr lang="en-US" altLang="en-US" sz="2500"/>
              <a:t>Parameters help to make procedures flexible because parameter values can change at runtime</a:t>
            </a:r>
            <a:endParaRPr lang="en-US" altLang="en-US"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2">
            <a:extLst>
              <a:ext uri="{FF2B5EF4-FFF2-40B4-BE49-F238E27FC236}">
                <a16:creationId xmlns:a16="http://schemas.microsoft.com/office/drawing/2014/main" id="{2BD48DCE-F5CA-4D47-A322-E4D591267CA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9699" name="Slide Number Placeholder 3">
            <a:extLst>
              <a:ext uri="{FF2B5EF4-FFF2-40B4-BE49-F238E27FC236}">
                <a16:creationId xmlns:a16="http://schemas.microsoft.com/office/drawing/2014/main" id="{9D1A5E7D-F467-43CA-ADF8-DE6991FA7F99}"/>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01680D6-524B-46C5-B50B-7729ECC64409}" type="slidenum">
              <a:rPr lang="en-US" altLang="en-US" sz="1600">
                <a:latin typeface="Times New Roman" panose="02020603050405020304" pitchFamily="18" charset="0"/>
              </a:rPr>
              <a:pPr eaLnBrk="1" hangingPunct="1">
                <a:spcBef>
                  <a:spcPct val="0"/>
                </a:spcBef>
                <a:buClrTx/>
                <a:buFontTx/>
                <a:buNone/>
              </a:pPr>
              <a:t>20</a:t>
            </a:fld>
            <a:endParaRPr lang="en-US" altLang="en-US" sz="1600">
              <a:latin typeface="Times New Roman" panose="02020603050405020304" pitchFamily="18" charset="0"/>
            </a:endParaRPr>
          </a:p>
        </p:txBody>
      </p:sp>
      <p:sp>
        <p:nvSpPr>
          <p:cNvPr id="114690" name="Rectangle 2">
            <a:extLst>
              <a:ext uri="{FF2B5EF4-FFF2-40B4-BE49-F238E27FC236}">
                <a16:creationId xmlns:a16="http://schemas.microsoft.com/office/drawing/2014/main" id="{CA7A33F4-531F-45CC-82B8-E194989DEEF8}"/>
              </a:ext>
            </a:extLst>
          </p:cNvPr>
          <p:cNvSpPr>
            <a:spLocks noGrp="1" noChangeArrowheads="1"/>
          </p:cNvSpPr>
          <p:nvPr>
            <p:ph type="title"/>
          </p:nvPr>
        </p:nvSpPr>
        <p:spPr/>
        <p:txBody>
          <a:bodyPr/>
          <a:lstStyle/>
          <a:p>
            <a:pPr eaLnBrk="1" hangingPunct="1">
              <a:defRPr/>
            </a:pPr>
            <a:r>
              <a:rPr lang="en-US" altLang="en-US"/>
              <a:t>Procedure Parameters</a:t>
            </a:r>
            <a:r>
              <a:rPr lang="en-US" altLang="en-US" sz="2400"/>
              <a:t> (2 of 3)</a:t>
            </a:r>
            <a:endParaRPr lang="en-US" altLang="en-US"/>
          </a:p>
        </p:txBody>
      </p:sp>
      <p:sp>
        <p:nvSpPr>
          <p:cNvPr id="29701" name="Text Box 3">
            <a:extLst>
              <a:ext uri="{FF2B5EF4-FFF2-40B4-BE49-F238E27FC236}">
                <a16:creationId xmlns:a16="http://schemas.microsoft.com/office/drawing/2014/main" id="{CCD66484-882F-4C0F-9E31-D1B1A0AAFB46}"/>
              </a:ext>
            </a:extLst>
          </p:cNvPr>
          <p:cNvSpPr txBox="1">
            <a:spLocks noChangeArrowheads="1"/>
          </p:cNvSpPr>
          <p:nvPr/>
        </p:nvSpPr>
        <p:spPr bwMode="auto">
          <a:xfrm>
            <a:off x="685800" y="1828800"/>
            <a:ext cx="72390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600" b="1">
                <a:latin typeface="Courier New" panose="02070309020205020404" pitchFamily="49" charset="0"/>
              </a:rPr>
              <a:t>ArraySum PROC</a:t>
            </a:r>
          </a:p>
          <a:p>
            <a:pPr lvl="1" eaLnBrk="1" hangingPunct="1">
              <a:lnSpc>
                <a:spcPct val="50000"/>
              </a:lnSpc>
              <a:spcBef>
                <a:spcPct val="50000"/>
              </a:spcBef>
              <a:buClrTx/>
              <a:buFontTx/>
              <a:buNone/>
            </a:pPr>
            <a:r>
              <a:rPr lang="en-US" altLang="en-US" sz="1600" b="1">
                <a:latin typeface="Courier New" panose="02070309020205020404" pitchFamily="49" charset="0"/>
              </a:rPr>
              <a:t>mov esi,0	; array index</a:t>
            </a:r>
          </a:p>
          <a:p>
            <a:pPr lvl="1" eaLnBrk="1" hangingPunct="1">
              <a:lnSpc>
                <a:spcPct val="50000"/>
              </a:lnSpc>
              <a:spcBef>
                <a:spcPct val="50000"/>
              </a:spcBef>
              <a:buClrTx/>
              <a:buFontTx/>
              <a:buNone/>
            </a:pPr>
            <a:r>
              <a:rPr lang="en-US" altLang="en-US" sz="1600" b="1">
                <a:latin typeface="Courier New" panose="02070309020205020404" pitchFamily="49" charset="0"/>
              </a:rPr>
              <a:t>mov eax,0	; set the sum to zero</a:t>
            </a:r>
          </a:p>
          <a:p>
            <a:pPr eaLnBrk="1" hangingPunct="1">
              <a:lnSpc>
                <a:spcPct val="50000"/>
              </a:lnSpc>
              <a:spcBef>
                <a:spcPct val="50000"/>
              </a:spcBef>
              <a:buClrTx/>
              <a:buFontTx/>
              <a:buNone/>
            </a:pPr>
            <a:r>
              <a:rPr lang="en-US" altLang="en-US" sz="1600" b="1">
                <a:latin typeface="Courier New" panose="02070309020205020404" pitchFamily="49" charset="0"/>
              </a:rPr>
              <a:t>	mov ecx,LENGTHOF myarray  ; set number of elements</a:t>
            </a:r>
          </a:p>
          <a:p>
            <a:pPr eaLnBrk="1" hangingPunct="1">
              <a:lnSpc>
                <a:spcPct val="50000"/>
              </a:lnSpc>
              <a:spcBef>
                <a:spcPct val="50000"/>
              </a:spcBef>
              <a:buClrTx/>
              <a:buFontTx/>
              <a:buNone/>
            </a:pPr>
            <a:endParaRPr lang="en-US" altLang="en-US" sz="1600" b="1">
              <a:latin typeface="Courier New" panose="02070309020205020404" pitchFamily="49" charset="0"/>
            </a:endParaRPr>
          </a:p>
          <a:p>
            <a:pPr eaLnBrk="1" hangingPunct="1">
              <a:lnSpc>
                <a:spcPct val="50000"/>
              </a:lnSpc>
              <a:spcBef>
                <a:spcPct val="50000"/>
              </a:spcBef>
              <a:buClrTx/>
              <a:buFontTx/>
              <a:buNone/>
            </a:pPr>
            <a:r>
              <a:rPr lang="en-US" altLang="en-US" sz="1600" b="1">
                <a:latin typeface="Courier New" panose="02070309020205020404" pitchFamily="49" charset="0"/>
              </a:rPr>
              <a:t>L1:	add eax,</a:t>
            </a:r>
            <a:r>
              <a:rPr lang="en-US" altLang="en-US" sz="1600" b="1">
                <a:solidFill>
                  <a:schemeClr val="tx2"/>
                </a:solidFill>
                <a:latin typeface="Courier New" panose="02070309020205020404" pitchFamily="49" charset="0"/>
              </a:rPr>
              <a:t>myArray</a:t>
            </a:r>
            <a:r>
              <a:rPr lang="en-US" altLang="en-US" sz="1600" b="1">
                <a:latin typeface="Courier New" panose="02070309020205020404" pitchFamily="49" charset="0"/>
              </a:rPr>
              <a:t>[esi]	; add each integer to sum</a:t>
            </a:r>
          </a:p>
          <a:p>
            <a:pPr lvl="1" eaLnBrk="1" hangingPunct="1">
              <a:lnSpc>
                <a:spcPct val="50000"/>
              </a:lnSpc>
              <a:spcBef>
                <a:spcPct val="50000"/>
              </a:spcBef>
              <a:buClrTx/>
              <a:buFontTx/>
              <a:buNone/>
            </a:pPr>
            <a:r>
              <a:rPr lang="en-US" altLang="en-US" sz="1600" b="1">
                <a:latin typeface="Courier New" panose="02070309020205020404" pitchFamily="49" charset="0"/>
              </a:rPr>
              <a:t>add esi,4	; point to next integer</a:t>
            </a:r>
          </a:p>
          <a:p>
            <a:pPr lvl="1" eaLnBrk="1" hangingPunct="1">
              <a:lnSpc>
                <a:spcPct val="50000"/>
              </a:lnSpc>
              <a:spcBef>
                <a:spcPct val="50000"/>
              </a:spcBef>
              <a:buClrTx/>
              <a:buFontTx/>
              <a:buNone/>
            </a:pPr>
            <a:r>
              <a:rPr lang="en-US" altLang="en-US" sz="1600" b="1">
                <a:latin typeface="Courier New" panose="02070309020205020404" pitchFamily="49" charset="0"/>
              </a:rPr>
              <a:t>loop L1	; repeat for array size</a:t>
            </a:r>
          </a:p>
          <a:p>
            <a:pPr lvl="1" eaLnBrk="1" hangingPunct="1">
              <a:lnSpc>
                <a:spcPct val="50000"/>
              </a:lnSpc>
              <a:spcBef>
                <a:spcPct val="50000"/>
              </a:spcBef>
              <a:buClrTx/>
              <a:buFontTx/>
              <a:buNone/>
            </a:pPr>
            <a:endParaRPr lang="en-US" altLang="en-US" sz="1600" b="1">
              <a:latin typeface="Courier New" panose="02070309020205020404" pitchFamily="49" charset="0"/>
            </a:endParaRPr>
          </a:p>
          <a:p>
            <a:pPr lvl="1" eaLnBrk="1" hangingPunct="1">
              <a:lnSpc>
                <a:spcPct val="50000"/>
              </a:lnSpc>
              <a:spcBef>
                <a:spcPct val="50000"/>
              </a:spcBef>
              <a:buClrTx/>
              <a:buFontTx/>
              <a:buNone/>
            </a:pPr>
            <a:r>
              <a:rPr lang="en-US" altLang="en-US" sz="1600" b="1">
                <a:latin typeface="Courier New" panose="02070309020205020404" pitchFamily="49" charset="0"/>
              </a:rPr>
              <a:t>mov </a:t>
            </a:r>
            <a:r>
              <a:rPr lang="en-US" altLang="en-US" sz="1600" b="1">
                <a:solidFill>
                  <a:schemeClr val="tx2"/>
                </a:solidFill>
                <a:latin typeface="Courier New" panose="02070309020205020404" pitchFamily="49" charset="0"/>
              </a:rPr>
              <a:t>theSum</a:t>
            </a:r>
            <a:r>
              <a:rPr lang="en-US" altLang="en-US" sz="1600" b="1">
                <a:latin typeface="Courier New" panose="02070309020205020404" pitchFamily="49" charset="0"/>
              </a:rPr>
              <a:t>,eax	; store the sum</a:t>
            </a:r>
          </a:p>
          <a:p>
            <a:pPr eaLnBrk="1" hangingPunct="1">
              <a:lnSpc>
                <a:spcPct val="50000"/>
              </a:lnSpc>
              <a:spcBef>
                <a:spcPct val="50000"/>
              </a:spcBef>
              <a:buClrTx/>
              <a:buFontTx/>
              <a:buNone/>
            </a:pPr>
            <a:r>
              <a:rPr lang="en-US" altLang="en-US" sz="1600" b="1">
                <a:latin typeface="Courier New" panose="02070309020205020404" pitchFamily="49" charset="0"/>
              </a:rPr>
              <a:t>	ret</a:t>
            </a:r>
          </a:p>
          <a:p>
            <a:pPr eaLnBrk="1" hangingPunct="1">
              <a:lnSpc>
                <a:spcPct val="50000"/>
              </a:lnSpc>
              <a:spcBef>
                <a:spcPct val="50000"/>
              </a:spcBef>
              <a:buClrTx/>
              <a:buFontTx/>
              <a:buNone/>
            </a:pPr>
            <a:r>
              <a:rPr lang="en-US" altLang="en-US" sz="1600" b="1">
                <a:latin typeface="Courier New" panose="02070309020205020404" pitchFamily="49" charset="0"/>
              </a:rPr>
              <a:t>ArraySum ENDP</a:t>
            </a:r>
          </a:p>
        </p:txBody>
      </p:sp>
      <p:sp>
        <p:nvSpPr>
          <p:cNvPr id="29702" name="Text Box 4">
            <a:extLst>
              <a:ext uri="{FF2B5EF4-FFF2-40B4-BE49-F238E27FC236}">
                <a16:creationId xmlns:a16="http://schemas.microsoft.com/office/drawing/2014/main" id="{91701A2C-B048-40B6-A42D-4CD949E6B49F}"/>
              </a:ext>
            </a:extLst>
          </p:cNvPr>
          <p:cNvSpPr txBox="1">
            <a:spLocks noChangeArrowheads="1"/>
          </p:cNvSpPr>
          <p:nvPr/>
        </p:nvSpPr>
        <p:spPr bwMode="auto">
          <a:xfrm>
            <a:off x="685800" y="8382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The ArraySum procedure calculates the sum of an array. It makes two references to specific variable names:</a:t>
            </a:r>
          </a:p>
        </p:txBody>
      </p:sp>
      <p:sp>
        <p:nvSpPr>
          <p:cNvPr id="114693" name="Text Box 5">
            <a:extLst>
              <a:ext uri="{FF2B5EF4-FFF2-40B4-BE49-F238E27FC236}">
                <a16:creationId xmlns:a16="http://schemas.microsoft.com/office/drawing/2014/main" id="{B200F776-B87E-4FEB-9812-62848C60A6A7}"/>
              </a:ext>
            </a:extLst>
          </p:cNvPr>
          <p:cNvSpPr txBox="1">
            <a:spLocks noChangeArrowheads="1"/>
          </p:cNvSpPr>
          <p:nvPr/>
        </p:nvSpPr>
        <p:spPr bwMode="auto">
          <a:xfrm>
            <a:off x="914400" y="5105400"/>
            <a:ext cx="73914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What if you wanted to calculate the sum of two or three arrays within the same program?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4693"/>
                                        </p:tgtEl>
                                        <p:attrNameLst>
                                          <p:attrName>style.visibility</p:attrName>
                                        </p:attrNameLst>
                                      </p:cBhvr>
                                      <p:to>
                                        <p:strVal val="visible"/>
                                      </p:to>
                                    </p:set>
                                    <p:animEffect transition="in" filter="dissolve">
                                      <p:cBhvr>
                                        <p:cTn id="7" dur="500"/>
                                        <p:tgtEl>
                                          <p:spTgt spid="114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2">
            <a:extLst>
              <a:ext uri="{FF2B5EF4-FFF2-40B4-BE49-F238E27FC236}">
                <a16:creationId xmlns:a16="http://schemas.microsoft.com/office/drawing/2014/main" id="{DE7FAB87-24E0-421F-BAF4-AF37DE5FB33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0723" name="Slide Number Placeholder 3">
            <a:extLst>
              <a:ext uri="{FF2B5EF4-FFF2-40B4-BE49-F238E27FC236}">
                <a16:creationId xmlns:a16="http://schemas.microsoft.com/office/drawing/2014/main" id="{3C009B61-10C0-43CF-B2E2-72296527582D}"/>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2A72783-407D-4BDD-A0F4-57C8BF9FA7BF}" type="slidenum">
              <a:rPr lang="en-US" altLang="en-US" sz="1600">
                <a:latin typeface="Times New Roman" panose="02020603050405020304" pitchFamily="18" charset="0"/>
              </a:rPr>
              <a:pPr eaLnBrk="1" hangingPunct="1">
                <a:spcBef>
                  <a:spcPct val="0"/>
                </a:spcBef>
                <a:buClrTx/>
                <a:buFontTx/>
                <a:buNone/>
              </a:pPr>
              <a:t>21</a:t>
            </a:fld>
            <a:endParaRPr lang="en-US" altLang="en-US" sz="1600">
              <a:latin typeface="Times New Roman" panose="02020603050405020304" pitchFamily="18" charset="0"/>
            </a:endParaRPr>
          </a:p>
        </p:txBody>
      </p:sp>
      <p:sp>
        <p:nvSpPr>
          <p:cNvPr id="117762" name="Rectangle 2">
            <a:extLst>
              <a:ext uri="{FF2B5EF4-FFF2-40B4-BE49-F238E27FC236}">
                <a16:creationId xmlns:a16="http://schemas.microsoft.com/office/drawing/2014/main" id="{F1A371A3-CAE0-4A7A-929D-6E425CE73A6E}"/>
              </a:ext>
            </a:extLst>
          </p:cNvPr>
          <p:cNvSpPr>
            <a:spLocks noGrp="1" noChangeArrowheads="1"/>
          </p:cNvSpPr>
          <p:nvPr>
            <p:ph type="title"/>
          </p:nvPr>
        </p:nvSpPr>
        <p:spPr/>
        <p:txBody>
          <a:bodyPr/>
          <a:lstStyle/>
          <a:p>
            <a:pPr eaLnBrk="1" hangingPunct="1">
              <a:defRPr/>
            </a:pPr>
            <a:r>
              <a:rPr lang="en-US" altLang="en-US"/>
              <a:t>Procedure Parameters</a:t>
            </a:r>
            <a:r>
              <a:rPr lang="en-US" altLang="en-US" sz="2400"/>
              <a:t> (3 of 3)</a:t>
            </a:r>
            <a:endParaRPr lang="en-US" altLang="en-US"/>
          </a:p>
        </p:txBody>
      </p:sp>
      <p:sp>
        <p:nvSpPr>
          <p:cNvPr id="30725" name="Text Box 3">
            <a:extLst>
              <a:ext uri="{FF2B5EF4-FFF2-40B4-BE49-F238E27FC236}">
                <a16:creationId xmlns:a16="http://schemas.microsoft.com/office/drawing/2014/main" id="{352E31FD-1CDC-46A0-8373-FAA90ACEB537}"/>
              </a:ext>
            </a:extLst>
          </p:cNvPr>
          <p:cNvSpPr txBox="1">
            <a:spLocks noChangeArrowheads="1"/>
          </p:cNvSpPr>
          <p:nvPr/>
        </p:nvSpPr>
        <p:spPr bwMode="auto">
          <a:xfrm>
            <a:off x="762000" y="2057400"/>
            <a:ext cx="7239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600" b="1">
                <a:latin typeface="Courier New" panose="02070309020205020404" pitchFamily="49" charset="0"/>
              </a:rPr>
              <a:t>ArraySum PROC</a:t>
            </a:r>
          </a:p>
          <a:p>
            <a:pPr eaLnBrk="1" hangingPunct="1">
              <a:lnSpc>
                <a:spcPct val="50000"/>
              </a:lnSpc>
              <a:spcBef>
                <a:spcPct val="50000"/>
              </a:spcBef>
              <a:buClrTx/>
              <a:buFontTx/>
              <a:buNone/>
            </a:pPr>
            <a:r>
              <a:rPr lang="en-US" altLang="en-US" sz="1600" b="1">
                <a:latin typeface="Courier New" panose="02070309020205020404" pitchFamily="49" charset="0"/>
              </a:rPr>
              <a:t>; Receives: ESI points to an array of doublewords, </a:t>
            </a:r>
          </a:p>
          <a:p>
            <a:pPr eaLnBrk="1" hangingPunct="1">
              <a:lnSpc>
                <a:spcPct val="50000"/>
              </a:lnSpc>
              <a:spcBef>
                <a:spcPct val="50000"/>
              </a:spcBef>
              <a:buClrTx/>
              <a:buFontTx/>
              <a:buNone/>
            </a:pPr>
            <a:r>
              <a:rPr lang="en-US" altLang="en-US" sz="1600" b="1">
                <a:latin typeface="Courier New" panose="02070309020205020404" pitchFamily="49" charset="0"/>
              </a:rPr>
              <a:t>;   ECX = number of array elements.</a:t>
            </a:r>
          </a:p>
          <a:p>
            <a:pPr eaLnBrk="1" hangingPunct="1">
              <a:lnSpc>
                <a:spcPct val="50000"/>
              </a:lnSpc>
              <a:spcBef>
                <a:spcPct val="50000"/>
              </a:spcBef>
              <a:buClrTx/>
              <a:buFontTx/>
              <a:buNone/>
            </a:pPr>
            <a:r>
              <a:rPr lang="en-US" altLang="en-US" sz="1600" b="1">
                <a:latin typeface="Courier New" panose="02070309020205020404" pitchFamily="49" charset="0"/>
              </a:rPr>
              <a:t>; Returns: EAX = sum</a:t>
            </a:r>
          </a:p>
          <a:p>
            <a:pPr eaLnBrk="1" hangingPunct="1">
              <a:lnSpc>
                <a:spcPct val="50000"/>
              </a:lnSpc>
              <a:spcBef>
                <a:spcPct val="50000"/>
              </a:spcBef>
              <a:buClrTx/>
              <a:buFontTx/>
              <a:buNone/>
            </a:pPr>
            <a:r>
              <a:rPr lang="en-US" altLang="en-US" sz="1600" b="1">
                <a:latin typeface="Courier New" panose="02070309020205020404" pitchFamily="49" charset="0"/>
              </a:rPr>
              <a:t>;-----------------------------------------------------</a:t>
            </a:r>
          </a:p>
          <a:p>
            <a:pPr lvl="1" eaLnBrk="1" hangingPunct="1">
              <a:lnSpc>
                <a:spcPct val="50000"/>
              </a:lnSpc>
              <a:spcBef>
                <a:spcPct val="50000"/>
              </a:spcBef>
              <a:buClrTx/>
              <a:buFontTx/>
              <a:buNone/>
            </a:pPr>
            <a:r>
              <a:rPr lang="en-US" altLang="en-US" sz="1600" b="1">
                <a:latin typeface="Courier New" panose="02070309020205020404" pitchFamily="49" charset="0"/>
              </a:rPr>
              <a:t>mov eax,0	; set the sum to zero</a:t>
            </a:r>
          </a:p>
          <a:p>
            <a:pPr eaLnBrk="1" hangingPunct="1">
              <a:lnSpc>
                <a:spcPct val="50000"/>
              </a:lnSpc>
              <a:spcBef>
                <a:spcPct val="50000"/>
              </a:spcBef>
              <a:buClrTx/>
              <a:buFontTx/>
              <a:buNone/>
            </a:pPr>
            <a:endParaRPr lang="en-US" altLang="en-US" sz="1600" b="1">
              <a:latin typeface="Courier New" panose="02070309020205020404" pitchFamily="49" charset="0"/>
            </a:endParaRPr>
          </a:p>
          <a:p>
            <a:pPr eaLnBrk="1" hangingPunct="1">
              <a:lnSpc>
                <a:spcPct val="50000"/>
              </a:lnSpc>
              <a:spcBef>
                <a:spcPct val="50000"/>
              </a:spcBef>
              <a:buClrTx/>
              <a:buFontTx/>
              <a:buNone/>
            </a:pPr>
            <a:r>
              <a:rPr lang="en-US" altLang="en-US" sz="1600" b="1">
                <a:latin typeface="Courier New" panose="02070309020205020404" pitchFamily="49" charset="0"/>
              </a:rPr>
              <a:t>L1:	add eax,[esi]	; add each integer to sum</a:t>
            </a:r>
          </a:p>
          <a:p>
            <a:pPr lvl="1" eaLnBrk="1" hangingPunct="1">
              <a:lnSpc>
                <a:spcPct val="50000"/>
              </a:lnSpc>
              <a:spcBef>
                <a:spcPct val="50000"/>
              </a:spcBef>
              <a:buClrTx/>
              <a:buFontTx/>
              <a:buNone/>
            </a:pPr>
            <a:r>
              <a:rPr lang="en-US" altLang="en-US" sz="1600" b="1">
                <a:latin typeface="Courier New" panose="02070309020205020404" pitchFamily="49" charset="0"/>
              </a:rPr>
              <a:t>add esi,4	; point to next integer</a:t>
            </a:r>
          </a:p>
          <a:p>
            <a:pPr lvl="1" eaLnBrk="1" hangingPunct="1">
              <a:lnSpc>
                <a:spcPct val="50000"/>
              </a:lnSpc>
              <a:spcBef>
                <a:spcPct val="50000"/>
              </a:spcBef>
              <a:buClrTx/>
              <a:buFontTx/>
              <a:buNone/>
            </a:pPr>
            <a:r>
              <a:rPr lang="en-US" altLang="en-US" sz="1600" b="1">
                <a:latin typeface="Courier New" panose="02070309020205020404" pitchFamily="49" charset="0"/>
              </a:rPr>
              <a:t>loop L1	; repeat for array size</a:t>
            </a:r>
          </a:p>
          <a:p>
            <a:pPr lvl="1" eaLnBrk="1" hangingPunct="1">
              <a:lnSpc>
                <a:spcPct val="50000"/>
              </a:lnSpc>
              <a:spcBef>
                <a:spcPct val="50000"/>
              </a:spcBef>
              <a:buClrTx/>
              <a:buFontTx/>
              <a:buNone/>
            </a:pPr>
            <a:endParaRPr lang="en-US" altLang="en-US" sz="1600" b="1">
              <a:latin typeface="Courier New" panose="02070309020205020404" pitchFamily="49" charset="0"/>
            </a:endParaRPr>
          </a:p>
          <a:p>
            <a:pPr eaLnBrk="1" hangingPunct="1">
              <a:lnSpc>
                <a:spcPct val="50000"/>
              </a:lnSpc>
              <a:spcBef>
                <a:spcPct val="50000"/>
              </a:spcBef>
              <a:buClrTx/>
              <a:buFontTx/>
              <a:buNone/>
            </a:pPr>
            <a:r>
              <a:rPr lang="en-US" altLang="en-US" sz="1600" b="1">
                <a:latin typeface="Courier New" panose="02070309020205020404" pitchFamily="49" charset="0"/>
              </a:rPr>
              <a:t>	ret</a:t>
            </a:r>
          </a:p>
          <a:p>
            <a:pPr eaLnBrk="1" hangingPunct="1">
              <a:lnSpc>
                <a:spcPct val="50000"/>
              </a:lnSpc>
              <a:spcBef>
                <a:spcPct val="50000"/>
              </a:spcBef>
              <a:buClrTx/>
              <a:buFontTx/>
              <a:buNone/>
            </a:pPr>
            <a:r>
              <a:rPr lang="en-US" altLang="en-US" sz="1600" b="1">
                <a:latin typeface="Courier New" panose="02070309020205020404" pitchFamily="49" charset="0"/>
              </a:rPr>
              <a:t>ArraySum ENDP</a:t>
            </a:r>
          </a:p>
        </p:txBody>
      </p:sp>
      <p:sp>
        <p:nvSpPr>
          <p:cNvPr id="30726" name="Text Box 4">
            <a:extLst>
              <a:ext uri="{FF2B5EF4-FFF2-40B4-BE49-F238E27FC236}">
                <a16:creationId xmlns:a16="http://schemas.microsoft.com/office/drawing/2014/main" id="{90B2A9C4-21BB-471A-B446-6CEB8D1A7F15}"/>
              </a:ext>
            </a:extLst>
          </p:cNvPr>
          <p:cNvSpPr txBox="1">
            <a:spLocks noChangeArrowheads="1"/>
          </p:cNvSpPr>
          <p:nvPr/>
        </p:nvSpPr>
        <p:spPr bwMode="auto">
          <a:xfrm>
            <a:off x="685800" y="9906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This version of ArraySum returns the sum of any doubleword  array whose address is in ESI. The sum is returned in EAX: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B2B3D4FE-99ED-4AA6-9A32-70B95E970635}"/>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1747" name="Slide Number Placeholder 4">
            <a:extLst>
              <a:ext uri="{FF2B5EF4-FFF2-40B4-BE49-F238E27FC236}">
                <a16:creationId xmlns:a16="http://schemas.microsoft.com/office/drawing/2014/main" id="{DC443EDD-1ED8-4A26-9B15-BF0E73FE8C4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810FC0DF-219A-4D0B-B71A-9E0556AA11B7}" type="slidenum">
              <a:rPr lang="en-US" altLang="en-US" sz="1600">
                <a:latin typeface="Times New Roman" panose="02020603050405020304" pitchFamily="18" charset="0"/>
              </a:rPr>
              <a:pPr eaLnBrk="1" hangingPunct="1">
                <a:spcBef>
                  <a:spcPct val="0"/>
                </a:spcBef>
                <a:buClrTx/>
                <a:buFontTx/>
                <a:buNone/>
              </a:pPr>
              <a:t>22</a:t>
            </a:fld>
            <a:endParaRPr lang="en-US" altLang="en-US" sz="1600">
              <a:latin typeface="Times New Roman" panose="02020603050405020304" pitchFamily="18" charset="0"/>
            </a:endParaRPr>
          </a:p>
        </p:txBody>
      </p:sp>
      <p:sp>
        <p:nvSpPr>
          <p:cNvPr id="120834" name="Rectangle 2">
            <a:extLst>
              <a:ext uri="{FF2B5EF4-FFF2-40B4-BE49-F238E27FC236}">
                <a16:creationId xmlns:a16="http://schemas.microsoft.com/office/drawing/2014/main" id="{36E52289-8A91-423E-AACE-7B531CE4AD1D}"/>
              </a:ext>
            </a:extLst>
          </p:cNvPr>
          <p:cNvSpPr>
            <a:spLocks noGrp="1" noChangeArrowheads="1"/>
          </p:cNvSpPr>
          <p:nvPr>
            <p:ph type="title"/>
          </p:nvPr>
        </p:nvSpPr>
        <p:spPr/>
        <p:txBody>
          <a:bodyPr/>
          <a:lstStyle/>
          <a:p>
            <a:pPr eaLnBrk="1" hangingPunct="1">
              <a:defRPr/>
            </a:pPr>
            <a:r>
              <a:rPr lang="en-US" altLang="en-US"/>
              <a:t>USES Operator</a:t>
            </a:r>
          </a:p>
        </p:txBody>
      </p:sp>
      <p:sp>
        <p:nvSpPr>
          <p:cNvPr id="31749" name="Rectangle 3">
            <a:extLst>
              <a:ext uri="{FF2B5EF4-FFF2-40B4-BE49-F238E27FC236}">
                <a16:creationId xmlns:a16="http://schemas.microsoft.com/office/drawing/2014/main" id="{9D3A74B4-BA21-468F-9E79-1BBAE30D6389}"/>
              </a:ext>
            </a:extLst>
          </p:cNvPr>
          <p:cNvSpPr>
            <a:spLocks noGrp="1" noChangeArrowheads="1"/>
          </p:cNvSpPr>
          <p:nvPr>
            <p:ph type="body" idx="1"/>
          </p:nvPr>
        </p:nvSpPr>
        <p:spPr>
          <a:xfrm>
            <a:off x="685800" y="914400"/>
            <a:ext cx="7772400" cy="609600"/>
          </a:xfrm>
        </p:spPr>
        <p:txBody>
          <a:bodyPr/>
          <a:lstStyle/>
          <a:p>
            <a:pPr eaLnBrk="1" hangingPunct="1"/>
            <a:r>
              <a:rPr lang="en-US" altLang="en-US"/>
              <a:t>Lists the registers that will be preserved </a:t>
            </a:r>
          </a:p>
        </p:txBody>
      </p:sp>
      <p:sp>
        <p:nvSpPr>
          <p:cNvPr id="31750" name="Text Box 5">
            <a:extLst>
              <a:ext uri="{FF2B5EF4-FFF2-40B4-BE49-F238E27FC236}">
                <a16:creationId xmlns:a16="http://schemas.microsoft.com/office/drawing/2014/main" id="{9910EE02-5A19-4507-A61F-292E70742AB5}"/>
              </a:ext>
            </a:extLst>
          </p:cNvPr>
          <p:cNvSpPr txBox="1">
            <a:spLocks noChangeArrowheads="1"/>
          </p:cNvSpPr>
          <p:nvPr/>
        </p:nvSpPr>
        <p:spPr bwMode="auto">
          <a:xfrm>
            <a:off x="838200" y="1524000"/>
            <a:ext cx="7467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ArraySum PROC USES esi ecx</a:t>
            </a:r>
          </a:p>
          <a:p>
            <a:pPr eaLnBrk="1" hangingPunct="1">
              <a:lnSpc>
                <a:spcPct val="50000"/>
              </a:lnSpc>
              <a:spcBef>
                <a:spcPct val="50000"/>
              </a:spcBef>
              <a:buClrTx/>
              <a:buFontTx/>
              <a:buNone/>
            </a:pPr>
            <a:r>
              <a:rPr lang="en-US" altLang="en-US" sz="1800" b="1">
                <a:latin typeface="Courier New" panose="02070309020205020404" pitchFamily="49" charset="0"/>
              </a:rPr>
              <a:t>	mov eax,0	; set the sum to zero</a:t>
            </a:r>
          </a:p>
          <a:p>
            <a:pPr eaLnBrk="1" hangingPunct="1">
              <a:lnSpc>
                <a:spcPct val="50000"/>
              </a:lnSpc>
              <a:spcBef>
                <a:spcPct val="50000"/>
              </a:spcBef>
              <a:buClrTx/>
              <a:buFontTx/>
              <a:buNone/>
            </a:pPr>
            <a:r>
              <a:rPr lang="en-US" altLang="en-US" sz="1800" b="1">
                <a:latin typeface="Courier New" panose="02070309020205020404" pitchFamily="49" charset="0"/>
              </a:rPr>
              <a:t>	etc.</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a:t>MASM generates the code shown in </a:t>
            </a:r>
            <a:r>
              <a:rPr lang="en-US" altLang="en-US">
                <a:solidFill>
                  <a:schemeClr val="tx2"/>
                </a:solidFill>
              </a:rPr>
              <a:t>gold:</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ArraySum PROC</a:t>
            </a:r>
          </a:p>
          <a:p>
            <a:pPr eaLnBrk="1" hangingPunct="1">
              <a:lnSpc>
                <a:spcPct val="50000"/>
              </a:lnSpc>
              <a:spcBef>
                <a:spcPct val="50000"/>
              </a:spcBef>
              <a:buClrTx/>
              <a:buFontTx/>
              <a:buNone/>
            </a:pPr>
            <a:r>
              <a:rPr lang="en-US" altLang="en-US" sz="1800" b="1">
                <a:latin typeface="Courier New" panose="02070309020205020404" pitchFamily="49" charset="0"/>
              </a:rPr>
              <a:t>	</a:t>
            </a:r>
            <a:r>
              <a:rPr lang="en-US" altLang="en-US" sz="1800" b="1">
                <a:solidFill>
                  <a:schemeClr val="tx2"/>
                </a:solidFill>
                <a:latin typeface="Courier New" panose="02070309020205020404" pitchFamily="49" charset="0"/>
              </a:rPr>
              <a:t>push esi</a:t>
            </a:r>
          </a:p>
          <a:p>
            <a:pPr eaLnBrk="1" hangingPunct="1">
              <a:lnSpc>
                <a:spcPct val="50000"/>
              </a:lnSpc>
              <a:spcBef>
                <a:spcPct val="50000"/>
              </a:spcBef>
              <a:buClrTx/>
              <a:buFontTx/>
              <a:buNone/>
            </a:pPr>
            <a:r>
              <a:rPr lang="en-US" altLang="en-US" sz="1800" b="1">
                <a:solidFill>
                  <a:schemeClr val="tx2"/>
                </a:solidFill>
                <a:latin typeface="Courier New" panose="02070309020205020404" pitchFamily="49" charset="0"/>
              </a:rPr>
              <a:t>	push ecx</a:t>
            </a:r>
          </a:p>
          <a:p>
            <a:pPr eaLnBrk="1" hangingPunct="1">
              <a:lnSpc>
                <a:spcPct val="50000"/>
              </a:lnSpc>
              <a:spcBef>
                <a:spcPct val="50000"/>
              </a:spcBef>
              <a:buClrTx/>
              <a:buFontTx/>
              <a:buNone/>
            </a:pPr>
            <a:r>
              <a:rPr lang="en-US" altLang="en-US" sz="1800" b="1">
                <a:latin typeface="Courier New" panose="02070309020205020404" pitchFamily="49" charset="0"/>
              </a:rPr>
              <a:t>	.</a:t>
            </a:r>
          </a:p>
          <a:p>
            <a:pPr eaLnBrk="1" hangingPunct="1">
              <a:lnSpc>
                <a:spcPct val="50000"/>
              </a:lnSpc>
              <a:spcBef>
                <a:spcPct val="50000"/>
              </a:spcBef>
              <a:buClrTx/>
              <a:buFontTx/>
              <a:buNone/>
            </a:pPr>
            <a:r>
              <a:rPr lang="en-US" altLang="en-US" sz="1800" b="1">
                <a:latin typeface="Courier New" panose="02070309020205020404" pitchFamily="49" charset="0"/>
              </a:rPr>
              <a:t>	.</a:t>
            </a:r>
          </a:p>
          <a:p>
            <a:pPr eaLnBrk="1" hangingPunct="1">
              <a:lnSpc>
                <a:spcPct val="50000"/>
              </a:lnSpc>
              <a:spcBef>
                <a:spcPct val="50000"/>
              </a:spcBef>
              <a:buClrTx/>
              <a:buFontTx/>
              <a:buNone/>
            </a:pPr>
            <a:r>
              <a:rPr lang="en-US" altLang="en-US" sz="1800" b="1">
                <a:solidFill>
                  <a:schemeClr val="tx2"/>
                </a:solidFill>
                <a:latin typeface="Courier New" panose="02070309020205020404" pitchFamily="49" charset="0"/>
              </a:rPr>
              <a:t>	pop ecx</a:t>
            </a:r>
          </a:p>
          <a:p>
            <a:pPr eaLnBrk="1" hangingPunct="1">
              <a:lnSpc>
                <a:spcPct val="50000"/>
              </a:lnSpc>
              <a:spcBef>
                <a:spcPct val="50000"/>
              </a:spcBef>
              <a:buClrTx/>
              <a:buFontTx/>
              <a:buNone/>
            </a:pPr>
            <a:r>
              <a:rPr lang="en-US" altLang="en-US" sz="1800" b="1">
                <a:solidFill>
                  <a:schemeClr val="tx2"/>
                </a:solidFill>
                <a:latin typeface="Courier New" panose="02070309020205020404" pitchFamily="49" charset="0"/>
              </a:rPr>
              <a:t>	pop esi</a:t>
            </a:r>
          </a:p>
          <a:p>
            <a:pPr eaLnBrk="1" hangingPunct="1">
              <a:lnSpc>
                <a:spcPct val="50000"/>
              </a:lnSpc>
              <a:spcBef>
                <a:spcPct val="50000"/>
              </a:spcBef>
              <a:buClrTx/>
              <a:buFontTx/>
              <a:buNone/>
            </a:pPr>
            <a:r>
              <a:rPr lang="en-US" altLang="en-US" sz="1800" b="1">
                <a:latin typeface="Courier New" panose="02070309020205020404" pitchFamily="49" charset="0"/>
              </a:rPr>
              <a:t>	ret</a:t>
            </a:r>
          </a:p>
          <a:p>
            <a:pPr eaLnBrk="1" hangingPunct="1">
              <a:lnSpc>
                <a:spcPct val="50000"/>
              </a:lnSpc>
              <a:spcBef>
                <a:spcPct val="50000"/>
              </a:spcBef>
              <a:buClrTx/>
              <a:buFontTx/>
              <a:buNone/>
            </a:pPr>
            <a:r>
              <a:rPr lang="en-US" altLang="en-US" sz="1800" b="1">
                <a:latin typeface="Courier New" panose="02070309020205020404" pitchFamily="49" charset="0"/>
              </a:rPr>
              <a:t>ArraySum ENDP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a:extLst>
              <a:ext uri="{FF2B5EF4-FFF2-40B4-BE49-F238E27FC236}">
                <a16:creationId xmlns:a16="http://schemas.microsoft.com/office/drawing/2014/main" id="{B66578B6-2DAA-4626-A7B6-EC298AB72BF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2771" name="Slide Number Placeholder 3">
            <a:extLst>
              <a:ext uri="{FF2B5EF4-FFF2-40B4-BE49-F238E27FC236}">
                <a16:creationId xmlns:a16="http://schemas.microsoft.com/office/drawing/2014/main" id="{F43F725A-140B-43F6-A12E-74D39A1F081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F2D8CD2C-6D3F-4638-B470-59D7A9770E18}" type="slidenum">
              <a:rPr lang="en-US" altLang="en-US" sz="1600">
                <a:latin typeface="Times New Roman" panose="02020603050405020304" pitchFamily="18" charset="0"/>
              </a:rPr>
              <a:pPr eaLnBrk="1" hangingPunct="1">
                <a:spcBef>
                  <a:spcPct val="0"/>
                </a:spcBef>
                <a:buClrTx/>
                <a:buFontTx/>
                <a:buNone/>
              </a:pPr>
              <a:t>23</a:t>
            </a:fld>
            <a:endParaRPr lang="en-US" altLang="en-US" sz="1600">
              <a:latin typeface="Times New Roman" panose="02020603050405020304" pitchFamily="18" charset="0"/>
            </a:endParaRPr>
          </a:p>
        </p:txBody>
      </p:sp>
      <p:sp>
        <p:nvSpPr>
          <p:cNvPr id="115714" name="Rectangle 2">
            <a:extLst>
              <a:ext uri="{FF2B5EF4-FFF2-40B4-BE49-F238E27FC236}">
                <a16:creationId xmlns:a16="http://schemas.microsoft.com/office/drawing/2014/main" id="{7119435C-F87E-4860-8E27-6D05A4753C04}"/>
              </a:ext>
            </a:extLst>
          </p:cNvPr>
          <p:cNvSpPr>
            <a:spLocks noGrp="1" noChangeArrowheads="1"/>
          </p:cNvSpPr>
          <p:nvPr>
            <p:ph type="title"/>
          </p:nvPr>
        </p:nvSpPr>
        <p:spPr/>
        <p:txBody>
          <a:bodyPr/>
          <a:lstStyle/>
          <a:p>
            <a:pPr eaLnBrk="1" hangingPunct="1">
              <a:defRPr/>
            </a:pPr>
            <a:r>
              <a:rPr lang="en-US" altLang="en-US"/>
              <a:t>When not to push a register</a:t>
            </a:r>
          </a:p>
        </p:txBody>
      </p:sp>
      <p:sp>
        <p:nvSpPr>
          <p:cNvPr id="32773" name="Text Box 3">
            <a:extLst>
              <a:ext uri="{FF2B5EF4-FFF2-40B4-BE49-F238E27FC236}">
                <a16:creationId xmlns:a16="http://schemas.microsoft.com/office/drawing/2014/main" id="{A0F85BB8-643F-46FD-9618-D1FE4B97A51A}"/>
              </a:ext>
            </a:extLst>
          </p:cNvPr>
          <p:cNvSpPr txBox="1">
            <a:spLocks noChangeArrowheads="1"/>
          </p:cNvSpPr>
          <p:nvPr/>
        </p:nvSpPr>
        <p:spPr bwMode="auto">
          <a:xfrm>
            <a:off x="990600" y="2514600"/>
            <a:ext cx="7239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SumOf PROC	; sum of three integers</a:t>
            </a:r>
          </a:p>
          <a:p>
            <a:pPr lvl="1" eaLnBrk="1" hangingPunct="1">
              <a:lnSpc>
                <a:spcPct val="50000"/>
              </a:lnSpc>
              <a:spcBef>
                <a:spcPct val="50000"/>
              </a:spcBef>
              <a:buClrTx/>
              <a:buFontTx/>
              <a:buNone/>
            </a:pPr>
            <a:r>
              <a:rPr lang="en-US" altLang="en-US" sz="1800" b="1">
                <a:latin typeface="Courier New" panose="02070309020205020404" pitchFamily="49" charset="0"/>
              </a:rPr>
              <a:t>push eax	; 1</a:t>
            </a:r>
          </a:p>
          <a:p>
            <a:pPr lvl="1" eaLnBrk="1" hangingPunct="1">
              <a:lnSpc>
                <a:spcPct val="50000"/>
              </a:lnSpc>
              <a:spcBef>
                <a:spcPct val="50000"/>
              </a:spcBef>
              <a:buClrTx/>
              <a:buFontTx/>
              <a:buNone/>
            </a:pPr>
            <a:r>
              <a:rPr lang="en-US" altLang="en-US" sz="1800" b="1">
                <a:latin typeface="Courier New" panose="02070309020205020404" pitchFamily="49" charset="0"/>
              </a:rPr>
              <a:t>add eax,ebx	; 2</a:t>
            </a:r>
          </a:p>
          <a:p>
            <a:pPr lvl="1" eaLnBrk="1" hangingPunct="1">
              <a:lnSpc>
                <a:spcPct val="50000"/>
              </a:lnSpc>
              <a:spcBef>
                <a:spcPct val="50000"/>
              </a:spcBef>
              <a:buClrTx/>
              <a:buFontTx/>
              <a:buNone/>
            </a:pPr>
            <a:r>
              <a:rPr lang="en-US" altLang="en-US" sz="1800" b="1">
                <a:latin typeface="Courier New" panose="02070309020205020404" pitchFamily="49" charset="0"/>
              </a:rPr>
              <a:t>add eax,ecx	; 3</a:t>
            </a:r>
          </a:p>
          <a:p>
            <a:pPr lvl="1" eaLnBrk="1" hangingPunct="1">
              <a:lnSpc>
                <a:spcPct val="50000"/>
              </a:lnSpc>
              <a:spcBef>
                <a:spcPct val="50000"/>
              </a:spcBef>
              <a:buClrTx/>
              <a:buFontTx/>
              <a:buNone/>
            </a:pPr>
            <a:r>
              <a:rPr lang="en-US" altLang="en-US" sz="1800" b="1">
                <a:latin typeface="Courier New" panose="02070309020205020404" pitchFamily="49" charset="0"/>
              </a:rPr>
              <a:t>pop eax	; 4</a:t>
            </a:r>
          </a:p>
          <a:p>
            <a:pPr lvl="1" eaLnBrk="1" hangingPunct="1">
              <a:lnSpc>
                <a:spcPct val="50000"/>
              </a:lnSpc>
              <a:spcBef>
                <a:spcPct val="50000"/>
              </a:spcBef>
              <a:buClrTx/>
              <a:buFontTx/>
              <a:buNone/>
            </a:pPr>
            <a:r>
              <a:rPr lang="en-US" altLang="en-US" sz="1800" b="1">
                <a:latin typeface="Courier New" panose="02070309020205020404" pitchFamily="49" charset="0"/>
              </a:rPr>
              <a:t>ret</a:t>
            </a:r>
          </a:p>
          <a:p>
            <a:pPr eaLnBrk="1" hangingPunct="1">
              <a:lnSpc>
                <a:spcPct val="50000"/>
              </a:lnSpc>
              <a:spcBef>
                <a:spcPct val="50000"/>
              </a:spcBef>
              <a:buClrTx/>
              <a:buFontTx/>
              <a:buNone/>
            </a:pPr>
            <a:r>
              <a:rPr lang="en-US" altLang="en-US" sz="1800" b="1">
                <a:latin typeface="Courier New" panose="02070309020205020404" pitchFamily="49" charset="0"/>
              </a:rPr>
              <a:t>SumOf ENDP</a:t>
            </a:r>
          </a:p>
          <a:p>
            <a:pPr eaLnBrk="1" hangingPunct="1">
              <a:lnSpc>
                <a:spcPct val="50000"/>
              </a:lnSpc>
              <a:spcBef>
                <a:spcPct val="50000"/>
              </a:spcBef>
              <a:buClrTx/>
              <a:buFontTx/>
              <a:buNone/>
            </a:pPr>
            <a:endParaRPr lang="en-US" altLang="en-US" sz="1800" b="1">
              <a:latin typeface="Courier New" panose="02070309020205020404" pitchFamily="49" charset="0"/>
            </a:endParaRPr>
          </a:p>
        </p:txBody>
      </p:sp>
      <p:sp>
        <p:nvSpPr>
          <p:cNvPr id="32774" name="Text Box 4">
            <a:extLst>
              <a:ext uri="{FF2B5EF4-FFF2-40B4-BE49-F238E27FC236}">
                <a16:creationId xmlns:a16="http://schemas.microsoft.com/office/drawing/2014/main" id="{6FD5AAE4-6A92-4387-B6E7-A9E7BDC1FCBB}"/>
              </a:ext>
            </a:extLst>
          </p:cNvPr>
          <p:cNvSpPr txBox="1">
            <a:spLocks noChangeArrowheads="1"/>
          </p:cNvSpPr>
          <p:nvPr/>
        </p:nvSpPr>
        <p:spPr bwMode="auto">
          <a:xfrm>
            <a:off x="685800" y="1066800"/>
            <a:ext cx="7696200" cy="123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The sum of the three registers is stored in EAX on line (3), but the POP instruction replaces it with the starting value of EAX on line (4):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A395E093-9808-4F33-AA4B-56638710798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3795" name="Slide Number Placeholder 4">
            <a:extLst>
              <a:ext uri="{FF2B5EF4-FFF2-40B4-BE49-F238E27FC236}">
                <a16:creationId xmlns:a16="http://schemas.microsoft.com/office/drawing/2014/main" id="{A2F7441D-443E-4B51-91BC-0F625427BF3F}"/>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EA16615D-C88B-4EB8-9426-0FA6CB1DADE9}" type="slidenum">
              <a:rPr lang="en-US" altLang="en-US" sz="1600">
                <a:latin typeface="Times New Roman" panose="02020603050405020304" pitchFamily="18" charset="0"/>
              </a:rPr>
              <a:pPr eaLnBrk="1" hangingPunct="1">
                <a:spcBef>
                  <a:spcPct val="0"/>
                </a:spcBef>
                <a:buClrTx/>
                <a:buFontTx/>
                <a:buNone/>
              </a:pPr>
              <a:t>24</a:t>
            </a:fld>
            <a:endParaRPr lang="en-US" altLang="en-US" sz="1600">
              <a:latin typeface="Times New Roman" panose="02020603050405020304" pitchFamily="18" charset="0"/>
            </a:endParaRPr>
          </a:p>
        </p:txBody>
      </p:sp>
      <p:sp>
        <p:nvSpPr>
          <p:cNvPr id="143362" name="Rectangle 2">
            <a:extLst>
              <a:ext uri="{FF2B5EF4-FFF2-40B4-BE49-F238E27FC236}">
                <a16:creationId xmlns:a16="http://schemas.microsoft.com/office/drawing/2014/main" id="{8B2F0F3A-DB1A-4141-A9F3-81425D50C522}"/>
              </a:ext>
            </a:extLst>
          </p:cNvPr>
          <p:cNvSpPr>
            <a:spLocks noGrp="1" noChangeArrowheads="1"/>
          </p:cNvSpPr>
          <p:nvPr>
            <p:ph type="title"/>
          </p:nvPr>
        </p:nvSpPr>
        <p:spPr/>
        <p:txBody>
          <a:bodyPr/>
          <a:lstStyle/>
          <a:p>
            <a:pPr eaLnBrk="1" hangingPunct="1">
              <a:defRPr/>
            </a:pPr>
            <a:r>
              <a:rPr lang="en-US" altLang="en-US"/>
              <a:t>What's Next</a:t>
            </a:r>
          </a:p>
        </p:txBody>
      </p:sp>
      <p:sp>
        <p:nvSpPr>
          <p:cNvPr id="33797" name="Rectangle 3">
            <a:extLst>
              <a:ext uri="{FF2B5EF4-FFF2-40B4-BE49-F238E27FC236}">
                <a16:creationId xmlns:a16="http://schemas.microsoft.com/office/drawing/2014/main" id="{9CF25447-CD4D-4C73-A701-5710095C0E91}"/>
              </a:ext>
            </a:extLst>
          </p:cNvPr>
          <p:cNvSpPr>
            <a:spLocks noGrp="1" noChangeArrowheads="1"/>
          </p:cNvSpPr>
          <p:nvPr>
            <p:ph type="body" idx="1"/>
          </p:nvPr>
        </p:nvSpPr>
        <p:spPr>
          <a:xfrm>
            <a:off x="1828800" y="1600200"/>
            <a:ext cx="6400800" cy="2895600"/>
          </a:xfrm>
        </p:spPr>
        <p:txBody>
          <a:bodyPr/>
          <a:lstStyle/>
          <a:p>
            <a:pPr eaLnBrk="1" hangingPunct="1"/>
            <a:r>
              <a:rPr lang="en-US" altLang="en-US"/>
              <a:t>Stack Operations</a:t>
            </a:r>
          </a:p>
          <a:p>
            <a:pPr eaLnBrk="1" hangingPunct="1"/>
            <a:r>
              <a:rPr lang="en-US" altLang="en-US"/>
              <a:t>Defining and Using Procedures</a:t>
            </a:r>
          </a:p>
          <a:p>
            <a:pPr eaLnBrk="1" hangingPunct="1"/>
            <a:r>
              <a:rPr lang="en-US" altLang="en-US" b="1">
                <a:solidFill>
                  <a:schemeClr val="tx2"/>
                </a:solidFill>
              </a:rPr>
              <a:t>Linking to an External Library</a:t>
            </a:r>
          </a:p>
          <a:p>
            <a:pPr eaLnBrk="1" hangingPunct="1"/>
            <a:r>
              <a:rPr lang="en-US" altLang="en-US"/>
              <a:t>The Irvine32 Library</a:t>
            </a:r>
          </a:p>
          <a:p>
            <a:pPr eaLnBrk="1" hangingPunct="1"/>
            <a:r>
              <a:rPr lang="en-US" altLang="en-US"/>
              <a:t>64-Bit Assembly Programming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A9790ED7-6C5B-40D3-8FE8-2D0EE1F912B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4819" name="Slide Number Placeholder 4">
            <a:extLst>
              <a:ext uri="{FF2B5EF4-FFF2-40B4-BE49-F238E27FC236}">
                <a16:creationId xmlns:a16="http://schemas.microsoft.com/office/drawing/2014/main" id="{FE37ADA0-410A-4B50-87E7-5CCBF348DFF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A6BDF2A-6207-4A15-B89E-FB4B59B7ED40}" type="slidenum">
              <a:rPr lang="en-US" altLang="en-US" sz="1600">
                <a:latin typeface="Times New Roman" panose="02020603050405020304" pitchFamily="18" charset="0"/>
              </a:rPr>
              <a:pPr eaLnBrk="1" hangingPunct="1">
                <a:spcBef>
                  <a:spcPct val="0"/>
                </a:spcBef>
                <a:buClrTx/>
                <a:buFontTx/>
                <a:buNone/>
              </a:pPr>
              <a:t>25</a:t>
            </a:fld>
            <a:endParaRPr lang="en-US" altLang="en-US" sz="1600">
              <a:latin typeface="Times New Roman" panose="02020603050405020304" pitchFamily="18" charset="0"/>
            </a:endParaRPr>
          </a:p>
        </p:txBody>
      </p:sp>
      <p:sp>
        <p:nvSpPr>
          <p:cNvPr id="136194" name="Rectangle 1026">
            <a:extLst>
              <a:ext uri="{FF2B5EF4-FFF2-40B4-BE49-F238E27FC236}">
                <a16:creationId xmlns:a16="http://schemas.microsoft.com/office/drawing/2014/main" id="{2051F0DA-004E-4305-8A40-903E7164AE93}"/>
              </a:ext>
            </a:extLst>
          </p:cNvPr>
          <p:cNvSpPr>
            <a:spLocks noGrp="1" noChangeArrowheads="1"/>
          </p:cNvSpPr>
          <p:nvPr>
            <p:ph type="title"/>
          </p:nvPr>
        </p:nvSpPr>
        <p:spPr/>
        <p:txBody>
          <a:bodyPr/>
          <a:lstStyle/>
          <a:p>
            <a:pPr eaLnBrk="1" hangingPunct="1">
              <a:defRPr/>
            </a:pPr>
            <a:r>
              <a:rPr lang="en-US" altLang="en-US"/>
              <a:t>Linking to an External Library</a:t>
            </a:r>
          </a:p>
        </p:txBody>
      </p:sp>
      <p:sp>
        <p:nvSpPr>
          <p:cNvPr id="34821" name="Rectangle 1027">
            <a:extLst>
              <a:ext uri="{FF2B5EF4-FFF2-40B4-BE49-F238E27FC236}">
                <a16:creationId xmlns:a16="http://schemas.microsoft.com/office/drawing/2014/main" id="{E244AFBA-2F7C-4BB2-AB08-7A9BA883D23C}"/>
              </a:ext>
            </a:extLst>
          </p:cNvPr>
          <p:cNvSpPr>
            <a:spLocks noGrp="1" noChangeArrowheads="1"/>
          </p:cNvSpPr>
          <p:nvPr>
            <p:ph type="body" idx="1"/>
          </p:nvPr>
        </p:nvSpPr>
        <p:spPr>
          <a:xfrm>
            <a:off x="1752600" y="1600200"/>
            <a:ext cx="6172200" cy="3048000"/>
          </a:xfrm>
        </p:spPr>
        <p:txBody>
          <a:bodyPr/>
          <a:lstStyle/>
          <a:p>
            <a:pPr eaLnBrk="1" hangingPunct="1">
              <a:lnSpc>
                <a:spcPct val="90000"/>
              </a:lnSpc>
            </a:pPr>
            <a:r>
              <a:rPr lang="en-US" altLang="en-US" sz="2500"/>
              <a:t>What is a Link Library?</a:t>
            </a:r>
          </a:p>
          <a:p>
            <a:pPr eaLnBrk="1" hangingPunct="1">
              <a:lnSpc>
                <a:spcPct val="90000"/>
              </a:lnSpc>
            </a:pPr>
            <a:r>
              <a:rPr lang="en-US" altLang="en-US" sz="2500"/>
              <a:t>How the Linker Works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8228C72E-A270-402C-BD8E-7D8B848613A5}"/>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5843" name="Slide Number Placeholder 4">
            <a:extLst>
              <a:ext uri="{FF2B5EF4-FFF2-40B4-BE49-F238E27FC236}">
                <a16:creationId xmlns:a16="http://schemas.microsoft.com/office/drawing/2014/main" id="{A2C35C75-423F-4AB3-AAC0-0127D0A4B267}"/>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47D791F-E1EE-44C8-A3BA-2F43D6BCD8E0}" type="slidenum">
              <a:rPr lang="en-US" altLang="en-US" sz="1600">
                <a:latin typeface="Times New Roman" panose="02020603050405020304" pitchFamily="18" charset="0"/>
              </a:rPr>
              <a:pPr eaLnBrk="1" hangingPunct="1">
                <a:spcBef>
                  <a:spcPct val="0"/>
                </a:spcBef>
                <a:buClrTx/>
                <a:buFontTx/>
                <a:buNone/>
              </a:pPr>
              <a:t>26</a:t>
            </a:fld>
            <a:endParaRPr lang="en-US" altLang="en-US" sz="1600">
              <a:latin typeface="Times New Roman" panose="02020603050405020304" pitchFamily="18" charset="0"/>
            </a:endParaRPr>
          </a:p>
        </p:txBody>
      </p:sp>
      <p:sp>
        <p:nvSpPr>
          <p:cNvPr id="78850" name="Rectangle 2">
            <a:extLst>
              <a:ext uri="{FF2B5EF4-FFF2-40B4-BE49-F238E27FC236}">
                <a16:creationId xmlns:a16="http://schemas.microsoft.com/office/drawing/2014/main" id="{56E77F1D-7A8A-4062-90B0-C6D0F9E5C846}"/>
              </a:ext>
            </a:extLst>
          </p:cNvPr>
          <p:cNvSpPr>
            <a:spLocks noGrp="1" noChangeArrowheads="1"/>
          </p:cNvSpPr>
          <p:nvPr>
            <p:ph type="title"/>
          </p:nvPr>
        </p:nvSpPr>
        <p:spPr/>
        <p:txBody>
          <a:bodyPr/>
          <a:lstStyle/>
          <a:p>
            <a:pPr eaLnBrk="1" hangingPunct="1">
              <a:defRPr/>
            </a:pPr>
            <a:r>
              <a:rPr lang="en-US" altLang="en-US"/>
              <a:t>What is a Link Library?</a:t>
            </a:r>
          </a:p>
        </p:txBody>
      </p:sp>
      <p:sp>
        <p:nvSpPr>
          <p:cNvPr id="35845" name="Rectangle 3">
            <a:extLst>
              <a:ext uri="{FF2B5EF4-FFF2-40B4-BE49-F238E27FC236}">
                <a16:creationId xmlns:a16="http://schemas.microsoft.com/office/drawing/2014/main" id="{1B2EA98A-B392-473E-B808-85BE200B262C}"/>
              </a:ext>
            </a:extLst>
          </p:cNvPr>
          <p:cNvSpPr>
            <a:spLocks noGrp="1" noChangeArrowheads="1"/>
          </p:cNvSpPr>
          <p:nvPr>
            <p:ph type="body" idx="1"/>
          </p:nvPr>
        </p:nvSpPr>
        <p:spPr>
          <a:xfrm>
            <a:off x="685800" y="1143000"/>
            <a:ext cx="7772400" cy="4800600"/>
          </a:xfrm>
        </p:spPr>
        <p:txBody>
          <a:bodyPr/>
          <a:lstStyle/>
          <a:p>
            <a:pPr eaLnBrk="1" hangingPunct="1"/>
            <a:r>
              <a:rPr lang="en-US" altLang="en-US"/>
              <a:t>A file containing procedures that have been compiled into machine code</a:t>
            </a:r>
          </a:p>
          <a:p>
            <a:pPr lvl="1" eaLnBrk="1" hangingPunct="1"/>
            <a:r>
              <a:rPr lang="en-US" altLang="en-US"/>
              <a:t>constructed from one or more OBJ files</a:t>
            </a:r>
          </a:p>
          <a:p>
            <a:pPr eaLnBrk="1" hangingPunct="1"/>
            <a:r>
              <a:rPr lang="en-US" altLang="en-US"/>
              <a:t>To build a library, . . .</a:t>
            </a:r>
          </a:p>
          <a:p>
            <a:pPr lvl="1" eaLnBrk="1" hangingPunct="1"/>
            <a:r>
              <a:rPr lang="en-US" altLang="en-US"/>
              <a:t>start with one or more ASM source files</a:t>
            </a:r>
          </a:p>
          <a:p>
            <a:pPr lvl="1" eaLnBrk="1" hangingPunct="1"/>
            <a:r>
              <a:rPr lang="en-US" altLang="en-US"/>
              <a:t>assemble each into an OBJ file</a:t>
            </a:r>
          </a:p>
          <a:p>
            <a:pPr lvl="1" eaLnBrk="1" hangingPunct="1"/>
            <a:r>
              <a:rPr lang="en-US" altLang="en-US"/>
              <a:t>create an empty library file (extension .LIB)</a:t>
            </a:r>
          </a:p>
          <a:p>
            <a:pPr lvl="1" eaLnBrk="1" hangingPunct="1"/>
            <a:r>
              <a:rPr lang="en-US" altLang="en-US"/>
              <a:t>add the OBJ file(s) to the library file, using the Microsoft LIB utility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a:extLst>
              <a:ext uri="{FF2B5EF4-FFF2-40B4-BE49-F238E27FC236}">
                <a16:creationId xmlns:a16="http://schemas.microsoft.com/office/drawing/2014/main" id="{60D996FA-D640-495C-8414-9C1BEE1A454E}"/>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6867" name="Slide Number Placeholder 4">
            <a:extLst>
              <a:ext uri="{FF2B5EF4-FFF2-40B4-BE49-F238E27FC236}">
                <a16:creationId xmlns:a16="http://schemas.microsoft.com/office/drawing/2014/main" id="{C923EDB1-C77C-4F0B-ADB0-2E6E69D4228F}"/>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8651EF6F-2859-4B64-A4C5-E1A842259589}" type="slidenum">
              <a:rPr lang="en-US" altLang="en-US" sz="1600">
                <a:latin typeface="Times New Roman" panose="02020603050405020304" pitchFamily="18" charset="0"/>
              </a:rPr>
              <a:pPr eaLnBrk="1" hangingPunct="1">
                <a:spcBef>
                  <a:spcPct val="0"/>
                </a:spcBef>
                <a:buClrTx/>
                <a:buFontTx/>
                <a:buNone/>
              </a:pPr>
              <a:t>27</a:t>
            </a:fld>
            <a:endParaRPr lang="en-US" altLang="en-US" sz="1600">
              <a:latin typeface="Times New Roman" panose="02020603050405020304" pitchFamily="18" charset="0"/>
            </a:endParaRPr>
          </a:p>
        </p:txBody>
      </p:sp>
      <p:sp>
        <p:nvSpPr>
          <p:cNvPr id="92162" name="Rectangle 2">
            <a:extLst>
              <a:ext uri="{FF2B5EF4-FFF2-40B4-BE49-F238E27FC236}">
                <a16:creationId xmlns:a16="http://schemas.microsoft.com/office/drawing/2014/main" id="{83696EB1-7F5E-41FC-89E5-621469328084}"/>
              </a:ext>
            </a:extLst>
          </p:cNvPr>
          <p:cNvSpPr>
            <a:spLocks noGrp="1" noChangeArrowheads="1"/>
          </p:cNvSpPr>
          <p:nvPr>
            <p:ph type="title"/>
          </p:nvPr>
        </p:nvSpPr>
        <p:spPr/>
        <p:txBody>
          <a:bodyPr/>
          <a:lstStyle/>
          <a:p>
            <a:pPr eaLnBrk="1" hangingPunct="1">
              <a:defRPr/>
            </a:pPr>
            <a:r>
              <a:rPr lang="en-US" altLang="en-US"/>
              <a:t>How The Linker Works</a:t>
            </a:r>
          </a:p>
        </p:txBody>
      </p:sp>
      <p:sp>
        <p:nvSpPr>
          <p:cNvPr id="36869" name="Rectangle 3">
            <a:extLst>
              <a:ext uri="{FF2B5EF4-FFF2-40B4-BE49-F238E27FC236}">
                <a16:creationId xmlns:a16="http://schemas.microsoft.com/office/drawing/2014/main" id="{CEF4FE3E-A2C9-4065-9418-5F815A6C307F}"/>
              </a:ext>
            </a:extLst>
          </p:cNvPr>
          <p:cNvSpPr>
            <a:spLocks noGrp="1" noChangeArrowheads="1"/>
          </p:cNvSpPr>
          <p:nvPr>
            <p:ph type="body" idx="1"/>
          </p:nvPr>
        </p:nvSpPr>
        <p:spPr>
          <a:xfrm>
            <a:off x="685800" y="1143000"/>
            <a:ext cx="7772400" cy="1828800"/>
          </a:xfrm>
        </p:spPr>
        <p:txBody>
          <a:bodyPr/>
          <a:lstStyle/>
          <a:p>
            <a:pPr eaLnBrk="1" hangingPunct="1"/>
            <a:r>
              <a:rPr lang="en-US" altLang="en-US" sz="2000"/>
              <a:t>Your programs link to Irvine32.lib using the linker command inside a batch file named make32.bat.</a:t>
            </a:r>
          </a:p>
          <a:p>
            <a:pPr eaLnBrk="1" hangingPunct="1"/>
            <a:r>
              <a:rPr lang="en-US" altLang="en-US" sz="2000"/>
              <a:t>Notice the two LIB files: Irvine32.lib, and kernel32.lib</a:t>
            </a:r>
          </a:p>
          <a:p>
            <a:pPr lvl="1" eaLnBrk="1" hangingPunct="1"/>
            <a:r>
              <a:rPr lang="en-US" altLang="en-US"/>
              <a:t>the latter is part of the Microsoft </a:t>
            </a:r>
            <a:r>
              <a:rPr lang="en-US" altLang="en-US" i="1"/>
              <a:t>Win32 Software Development Kit (SDK)</a:t>
            </a:r>
          </a:p>
        </p:txBody>
      </p:sp>
      <p:graphicFrame>
        <p:nvGraphicFramePr>
          <p:cNvPr id="36870" name="Object 4">
            <a:extLst>
              <a:ext uri="{FF2B5EF4-FFF2-40B4-BE49-F238E27FC236}">
                <a16:creationId xmlns:a16="http://schemas.microsoft.com/office/drawing/2014/main" id="{8B6A296A-52A0-44FE-BB7B-262E55E75B01}"/>
              </a:ext>
            </a:extLst>
          </p:cNvPr>
          <p:cNvGraphicFramePr>
            <a:graphicFrameLocks noChangeAspect="1"/>
          </p:cNvGraphicFramePr>
          <p:nvPr/>
        </p:nvGraphicFramePr>
        <p:xfrm>
          <a:off x="2514600" y="3200400"/>
          <a:ext cx="3810000" cy="2586038"/>
        </p:xfrm>
        <a:graphic>
          <a:graphicData uri="http://schemas.openxmlformats.org/presentationml/2006/ole">
            <mc:AlternateContent xmlns:mc="http://schemas.openxmlformats.org/markup-compatibility/2006">
              <mc:Choice xmlns:v="urn:schemas-microsoft-com:vml" Requires="v">
                <p:oleObj spid="_x0000_s36887" name="VISIO" r:id="rId3" imgW="2042160" imgH="1321308" progId="Visio.Drawing.6">
                  <p:embed/>
                </p:oleObj>
              </mc:Choice>
              <mc:Fallback>
                <p:oleObj name="VISIO" r:id="rId3" imgW="2042160" imgH="1321308"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3636" t="-2808" r="1819" b="-3859"/>
                      <a:stretch>
                        <a:fillRect/>
                      </a:stretch>
                    </p:blipFill>
                    <p:spPr bwMode="auto">
                      <a:xfrm>
                        <a:off x="2514600" y="3200400"/>
                        <a:ext cx="3810000" cy="25860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C99369A6-164A-4580-A472-DEC7C66B557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7891" name="Slide Number Placeholder 4">
            <a:extLst>
              <a:ext uri="{FF2B5EF4-FFF2-40B4-BE49-F238E27FC236}">
                <a16:creationId xmlns:a16="http://schemas.microsoft.com/office/drawing/2014/main" id="{81069215-CA1E-4ED7-B3DA-B4D0F31C5B5B}"/>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7EAE129-2C92-4C85-ADA4-1B7ED7E37A7C}" type="slidenum">
              <a:rPr lang="en-US" altLang="en-US" sz="1600">
                <a:latin typeface="Times New Roman" panose="02020603050405020304" pitchFamily="18" charset="0"/>
              </a:rPr>
              <a:pPr eaLnBrk="1" hangingPunct="1">
                <a:spcBef>
                  <a:spcPct val="0"/>
                </a:spcBef>
                <a:buClrTx/>
                <a:buFontTx/>
                <a:buNone/>
              </a:pPr>
              <a:t>28</a:t>
            </a:fld>
            <a:endParaRPr lang="en-US" altLang="en-US" sz="1600">
              <a:latin typeface="Times New Roman" panose="02020603050405020304" pitchFamily="18" charset="0"/>
            </a:endParaRPr>
          </a:p>
        </p:txBody>
      </p:sp>
      <p:sp>
        <p:nvSpPr>
          <p:cNvPr id="143362" name="Rectangle 2">
            <a:extLst>
              <a:ext uri="{FF2B5EF4-FFF2-40B4-BE49-F238E27FC236}">
                <a16:creationId xmlns:a16="http://schemas.microsoft.com/office/drawing/2014/main" id="{35D96622-4ECD-4D27-ADA6-118401327298}"/>
              </a:ext>
            </a:extLst>
          </p:cNvPr>
          <p:cNvSpPr>
            <a:spLocks noGrp="1" noChangeArrowheads="1"/>
          </p:cNvSpPr>
          <p:nvPr>
            <p:ph type="title"/>
          </p:nvPr>
        </p:nvSpPr>
        <p:spPr/>
        <p:txBody>
          <a:bodyPr/>
          <a:lstStyle/>
          <a:p>
            <a:pPr eaLnBrk="1" hangingPunct="1">
              <a:defRPr/>
            </a:pPr>
            <a:r>
              <a:rPr lang="en-US" altLang="en-US"/>
              <a:t>What's Next</a:t>
            </a:r>
          </a:p>
        </p:txBody>
      </p:sp>
      <p:sp>
        <p:nvSpPr>
          <p:cNvPr id="37893" name="Rectangle 3">
            <a:extLst>
              <a:ext uri="{FF2B5EF4-FFF2-40B4-BE49-F238E27FC236}">
                <a16:creationId xmlns:a16="http://schemas.microsoft.com/office/drawing/2014/main" id="{C5ADA752-4F04-4EE0-9019-1C207CC1C641}"/>
              </a:ext>
            </a:extLst>
          </p:cNvPr>
          <p:cNvSpPr>
            <a:spLocks noGrp="1" noChangeArrowheads="1"/>
          </p:cNvSpPr>
          <p:nvPr>
            <p:ph type="body" idx="1"/>
          </p:nvPr>
        </p:nvSpPr>
        <p:spPr>
          <a:xfrm>
            <a:off x="1828800" y="1600200"/>
            <a:ext cx="6400800" cy="2895600"/>
          </a:xfrm>
        </p:spPr>
        <p:txBody>
          <a:bodyPr/>
          <a:lstStyle/>
          <a:p>
            <a:pPr eaLnBrk="1" hangingPunct="1"/>
            <a:r>
              <a:rPr lang="en-US" altLang="en-US"/>
              <a:t>Stack Operations</a:t>
            </a:r>
          </a:p>
          <a:p>
            <a:pPr eaLnBrk="1" hangingPunct="1"/>
            <a:r>
              <a:rPr lang="en-US" altLang="en-US"/>
              <a:t>Defining and Using Procedures</a:t>
            </a:r>
          </a:p>
          <a:p>
            <a:pPr eaLnBrk="1" hangingPunct="1"/>
            <a:r>
              <a:rPr lang="en-US" altLang="en-US"/>
              <a:t>Linking to an External Library</a:t>
            </a:r>
          </a:p>
          <a:p>
            <a:pPr eaLnBrk="1" hangingPunct="1"/>
            <a:r>
              <a:rPr lang="en-US" altLang="en-US" b="1">
                <a:solidFill>
                  <a:schemeClr val="tx2"/>
                </a:solidFill>
              </a:rPr>
              <a:t>The Irvine32 Library</a:t>
            </a:r>
          </a:p>
          <a:p>
            <a:pPr eaLnBrk="1" hangingPunct="1"/>
            <a:r>
              <a:rPr lang="en-US" altLang="en-US"/>
              <a:t>64-Bit Assembly Programming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2">
            <a:extLst>
              <a:ext uri="{FF2B5EF4-FFF2-40B4-BE49-F238E27FC236}">
                <a16:creationId xmlns:a16="http://schemas.microsoft.com/office/drawing/2014/main" id="{8D53A4EB-1418-4244-82B1-BBB433026A8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8915" name="Slide Number Placeholder 3">
            <a:extLst>
              <a:ext uri="{FF2B5EF4-FFF2-40B4-BE49-F238E27FC236}">
                <a16:creationId xmlns:a16="http://schemas.microsoft.com/office/drawing/2014/main" id="{FD86F3F0-2A16-4854-8DF9-E79F090CE42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5FEDB308-4F14-45DF-B905-104786CF897A}" type="slidenum">
              <a:rPr lang="en-US" altLang="en-US" sz="1600">
                <a:latin typeface="Times New Roman" panose="02020603050405020304" pitchFamily="18" charset="0"/>
              </a:rPr>
              <a:pPr eaLnBrk="1" hangingPunct="1">
                <a:spcBef>
                  <a:spcPct val="0"/>
                </a:spcBef>
                <a:buClrTx/>
                <a:buFontTx/>
                <a:buNone/>
              </a:pPr>
              <a:t>29</a:t>
            </a:fld>
            <a:endParaRPr lang="en-US" altLang="en-US" sz="1600">
              <a:latin typeface="Times New Roman" panose="02020603050405020304" pitchFamily="18" charset="0"/>
            </a:endParaRPr>
          </a:p>
        </p:txBody>
      </p:sp>
      <p:sp>
        <p:nvSpPr>
          <p:cNvPr id="76802" name="Rectangle 2">
            <a:extLst>
              <a:ext uri="{FF2B5EF4-FFF2-40B4-BE49-F238E27FC236}">
                <a16:creationId xmlns:a16="http://schemas.microsoft.com/office/drawing/2014/main" id="{E40D6E46-6331-4727-9851-5DABCED57B67}"/>
              </a:ext>
            </a:extLst>
          </p:cNvPr>
          <p:cNvSpPr>
            <a:spLocks noGrp="1" noChangeArrowheads="1"/>
          </p:cNvSpPr>
          <p:nvPr>
            <p:ph type="title"/>
          </p:nvPr>
        </p:nvSpPr>
        <p:spPr/>
        <p:txBody>
          <a:bodyPr/>
          <a:lstStyle/>
          <a:p>
            <a:pPr eaLnBrk="1" hangingPunct="1">
              <a:defRPr/>
            </a:pPr>
            <a:r>
              <a:rPr lang="en-US" altLang="en-US"/>
              <a:t>Calling Irvine32 Library Procedures</a:t>
            </a:r>
          </a:p>
        </p:txBody>
      </p:sp>
      <p:sp>
        <p:nvSpPr>
          <p:cNvPr id="38917" name="Text Box 3">
            <a:extLst>
              <a:ext uri="{FF2B5EF4-FFF2-40B4-BE49-F238E27FC236}">
                <a16:creationId xmlns:a16="http://schemas.microsoft.com/office/drawing/2014/main" id="{4CE21AC8-E14D-413F-83CC-60FA6860690E}"/>
              </a:ext>
            </a:extLst>
          </p:cNvPr>
          <p:cNvSpPr txBox="1">
            <a:spLocks noChangeArrowheads="1"/>
          </p:cNvSpPr>
          <p:nvPr/>
        </p:nvSpPr>
        <p:spPr bwMode="auto">
          <a:xfrm>
            <a:off x="1066800" y="3124200"/>
            <a:ext cx="68580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INCLUDE Irvine32.inc</a:t>
            </a:r>
          </a:p>
          <a:p>
            <a:pPr eaLnBrk="1" hangingPunct="1">
              <a:lnSpc>
                <a:spcPct val="50000"/>
              </a:lnSpc>
              <a:spcBef>
                <a:spcPct val="50000"/>
              </a:spcBef>
              <a:buClrTx/>
              <a:buFontTx/>
              <a:buNone/>
            </a:pPr>
            <a:r>
              <a:rPr lang="en-US" altLang="en-US" sz="1800" b="1">
                <a:latin typeface="Courier New" panose="02070309020205020404" pitchFamily="49" charset="0"/>
              </a:rPr>
              <a:t>.code</a:t>
            </a:r>
          </a:p>
          <a:p>
            <a:pPr eaLnBrk="1" hangingPunct="1">
              <a:lnSpc>
                <a:spcPct val="50000"/>
              </a:lnSpc>
              <a:spcBef>
                <a:spcPct val="50000"/>
              </a:spcBef>
              <a:buClrTx/>
              <a:buFontTx/>
              <a:buNone/>
            </a:pPr>
            <a:r>
              <a:rPr lang="en-US" altLang="en-US" sz="1800" b="1">
                <a:latin typeface="Courier New" panose="02070309020205020404" pitchFamily="49" charset="0"/>
              </a:rPr>
              <a:t>	mov  eax,1234h	; input argument</a:t>
            </a:r>
          </a:p>
          <a:p>
            <a:pPr eaLnBrk="1" hangingPunct="1">
              <a:lnSpc>
                <a:spcPct val="50000"/>
              </a:lnSpc>
              <a:spcBef>
                <a:spcPct val="50000"/>
              </a:spcBef>
              <a:buClrTx/>
              <a:buFontTx/>
              <a:buNone/>
            </a:pPr>
            <a:r>
              <a:rPr lang="en-US" altLang="en-US" sz="1800" b="1">
                <a:latin typeface="Courier New" panose="02070309020205020404" pitchFamily="49" charset="0"/>
              </a:rPr>
              <a:t>	call WriteHex	; show hex number</a:t>
            </a:r>
          </a:p>
          <a:p>
            <a:pPr eaLnBrk="1" hangingPunct="1">
              <a:lnSpc>
                <a:spcPct val="50000"/>
              </a:lnSpc>
              <a:spcBef>
                <a:spcPct val="50000"/>
              </a:spcBef>
              <a:buClrTx/>
              <a:buFontTx/>
              <a:buNone/>
            </a:pPr>
            <a:r>
              <a:rPr lang="en-US" altLang="en-US" sz="1800" b="1">
                <a:latin typeface="Courier New" panose="02070309020205020404" pitchFamily="49" charset="0"/>
              </a:rPr>
              <a:t>	call Crlf	; end of line</a:t>
            </a:r>
          </a:p>
        </p:txBody>
      </p:sp>
      <p:sp>
        <p:nvSpPr>
          <p:cNvPr id="38918" name="Text Box 4">
            <a:extLst>
              <a:ext uri="{FF2B5EF4-FFF2-40B4-BE49-F238E27FC236}">
                <a16:creationId xmlns:a16="http://schemas.microsoft.com/office/drawing/2014/main" id="{DDF7F9AF-0530-4558-BD1D-5B4A7C537436}"/>
              </a:ext>
            </a:extLst>
          </p:cNvPr>
          <p:cNvSpPr txBox="1">
            <a:spLocks noChangeArrowheads="1"/>
          </p:cNvSpPr>
          <p:nvPr/>
        </p:nvSpPr>
        <p:spPr bwMode="auto">
          <a:xfrm>
            <a:off x="685800" y="1066800"/>
            <a:ext cx="7696200" cy="171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marL="228600" indent="-2286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pPr>
            <a:r>
              <a:rPr lang="en-US" altLang="en-US" sz="2100"/>
              <a:t>Call each procedure using the CALL instruction. Some procedures require input arguments. The INCLUDE directive copies in the procedure prototypes (declarations).</a:t>
            </a:r>
          </a:p>
          <a:p>
            <a:pPr eaLnBrk="1" hangingPunct="1">
              <a:spcBef>
                <a:spcPct val="50000"/>
              </a:spcBef>
              <a:buClrTx/>
            </a:pPr>
            <a:r>
              <a:rPr lang="en-US" altLang="en-US" sz="2100"/>
              <a:t>The following example displays "1234" on the console: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2">
            <a:extLst>
              <a:ext uri="{FF2B5EF4-FFF2-40B4-BE49-F238E27FC236}">
                <a16:creationId xmlns:a16="http://schemas.microsoft.com/office/drawing/2014/main" id="{0171242E-3FF7-40E4-9BFB-4780ACC7C2A7}"/>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9939" name="Slide Number Placeholder 3">
            <a:extLst>
              <a:ext uri="{FF2B5EF4-FFF2-40B4-BE49-F238E27FC236}">
                <a16:creationId xmlns:a16="http://schemas.microsoft.com/office/drawing/2014/main" id="{D00B5E05-DEB3-4434-8649-58CF56EE631A}"/>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4B94B2C-49D5-4925-947B-B44BE6F0108D}" type="slidenum">
              <a:rPr lang="en-US" altLang="en-US" sz="1600">
                <a:latin typeface="Times New Roman" panose="02020603050405020304" pitchFamily="18" charset="0"/>
              </a:rPr>
              <a:pPr eaLnBrk="1" hangingPunct="1">
                <a:spcBef>
                  <a:spcPct val="0"/>
                </a:spcBef>
                <a:buClrTx/>
                <a:buFontTx/>
                <a:buNone/>
              </a:pPr>
              <a:t>30</a:t>
            </a:fld>
            <a:endParaRPr lang="en-US" altLang="en-US" sz="1600">
              <a:latin typeface="Times New Roman" panose="02020603050405020304" pitchFamily="18" charset="0"/>
            </a:endParaRPr>
          </a:p>
        </p:txBody>
      </p:sp>
      <p:sp>
        <p:nvSpPr>
          <p:cNvPr id="93186" name="Rectangle 2">
            <a:extLst>
              <a:ext uri="{FF2B5EF4-FFF2-40B4-BE49-F238E27FC236}">
                <a16:creationId xmlns:a16="http://schemas.microsoft.com/office/drawing/2014/main" id="{7E46A965-8243-4862-8565-4EA0CD1E14D1}"/>
              </a:ext>
            </a:extLst>
          </p:cNvPr>
          <p:cNvSpPr>
            <a:spLocks noGrp="1" noChangeArrowheads="1"/>
          </p:cNvSpPr>
          <p:nvPr>
            <p:ph type="title"/>
          </p:nvPr>
        </p:nvSpPr>
        <p:spPr/>
        <p:txBody>
          <a:bodyPr/>
          <a:lstStyle/>
          <a:p>
            <a:pPr eaLnBrk="1" hangingPunct="1">
              <a:defRPr/>
            </a:pPr>
            <a:r>
              <a:rPr lang="en-US" altLang="en-US"/>
              <a:t>Library Procedures - Overview</a:t>
            </a:r>
            <a:r>
              <a:rPr lang="en-US" altLang="en-US" sz="2400"/>
              <a:t> </a:t>
            </a:r>
            <a:r>
              <a:rPr lang="en-US" altLang="en-US" sz="2000"/>
              <a:t>(1 of 4)</a:t>
            </a:r>
            <a:endParaRPr lang="en-US" altLang="en-US" sz="2800"/>
          </a:p>
        </p:txBody>
      </p:sp>
      <p:sp>
        <p:nvSpPr>
          <p:cNvPr id="39941" name="Text Box 3">
            <a:extLst>
              <a:ext uri="{FF2B5EF4-FFF2-40B4-BE49-F238E27FC236}">
                <a16:creationId xmlns:a16="http://schemas.microsoft.com/office/drawing/2014/main" id="{4E1EB57B-C75C-4933-A862-E3A492C54FDB}"/>
              </a:ext>
            </a:extLst>
          </p:cNvPr>
          <p:cNvSpPr txBox="1">
            <a:spLocks noChangeArrowheads="1"/>
          </p:cNvSpPr>
          <p:nvPr/>
        </p:nvSpPr>
        <p:spPr bwMode="auto">
          <a:xfrm>
            <a:off x="838200" y="1371600"/>
            <a:ext cx="7239000" cy="416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90000"/>
              </a:lnSpc>
              <a:spcBef>
                <a:spcPct val="50000"/>
              </a:spcBef>
              <a:buClrTx/>
              <a:buFontTx/>
              <a:buNone/>
            </a:pPr>
            <a:r>
              <a:rPr lang="en-US" altLang="en-US" sz="1700">
                <a:solidFill>
                  <a:schemeClr val="tx2"/>
                </a:solidFill>
              </a:rPr>
              <a:t>CloseFile </a:t>
            </a:r>
            <a:r>
              <a:rPr lang="en-US" altLang="en-US" sz="1700"/>
              <a:t>– Closes an open disk file</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Clrscr</a:t>
            </a:r>
            <a:r>
              <a:rPr lang="en-US" altLang="en-US" sz="1700"/>
              <a:t> - Clears console, locates cursor at upper left corner</a:t>
            </a:r>
          </a:p>
          <a:p>
            <a:pPr eaLnBrk="1" hangingPunct="1">
              <a:lnSpc>
                <a:spcPct val="90000"/>
              </a:lnSpc>
              <a:spcBef>
                <a:spcPct val="50000"/>
              </a:spcBef>
              <a:buClrTx/>
              <a:buFontTx/>
              <a:buNone/>
            </a:pPr>
            <a:r>
              <a:rPr lang="en-US" altLang="en-US" sz="1700">
                <a:solidFill>
                  <a:schemeClr val="tx2"/>
                </a:solidFill>
              </a:rPr>
              <a:t>CreateOutputFile </a:t>
            </a:r>
            <a:r>
              <a:rPr lang="en-US" altLang="en-US" sz="1700"/>
              <a:t>- Creates new disk file for writing in output mode</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Crlf</a:t>
            </a:r>
            <a:r>
              <a:rPr lang="en-US" altLang="en-US" sz="1700"/>
              <a:t> - Writes end of line sequence to standard output</a:t>
            </a:r>
          </a:p>
          <a:p>
            <a:pPr eaLnBrk="1" hangingPunct="1">
              <a:lnSpc>
                <a:spcPct val="90000"/>
              </a:lnSpc>
              <a:spcBef>
                <a:spcPct val="50000"/>
              </a:spcBef>
              <a:buClrTx/>
              <a:buFontTx/>
              <a:buNone/>
            </a:pPr>
            <a:r>
              <a:rPr lang="en-US" altLang="en-US" sz="1700">
                <a:solidFill>
                  <a:schemeClr val="tx2"/>
                </a:solidFill>
              </a:rPr>
              <a:t>Delay</a:t>
            </a:r>
            <a:r>
              <a:rPr lang="en-US" altLang="en-US" sz="1700"/>
              <a:t>  - Pauses program execution for </a:t>
            </a:r>
            <a:r>
              <a:rPr lang="en-US" altLang="en-US" sz="1700" i="1"/>
              <a:t>n </a:t>
            </a:r>
            <a:r>
              <a:rPr lang="en-US" altLang="en-US" sz="1700"/>
              <a:t>millisecond interval</a:t>
            </a:r>
          </a:p>
          <a:p>
            <a:pPr eaLnBrk="1" hangingPunct="1">
              <a:lnSpc>
                <a:spcPct val="90000"/>
              </a:lnSpc>
              <a:spcBef>
                <a:spcPct val="50000"/>
              </a:spcBef>
              <a:buClrTx/>
              <a:buFontTx/>
              <a:buNone/>
            </a:pPr>
            <a:r>
              <a:rPr lang="en-US" altLang="en-US" sz="1700">
                <a:solidFill>
                  <a:schemeClr val="tx2"/>
                </a:solidFill>
              </a:rPr>
              <a:t>DumpMem</a:t>
            </a:r>
            <a:r>
              <a:rPr lang="en-US" altLang="en-US" sz="1700"/>
              <a:t>  - Writes block of memory to standard output in hex</a:t>
            </a:r>
          </a:p>
          <a:p>
            <a:pPr eaLnBrk="1" hangingPunct="1">
              <a:spcBef>
                <a:spcPct val="50000"/>
              </a:spcBef>
              <a:buClrTx/>
              <a:buFontTx/>
              <a:buNone/>
            </a:pPr>
            <a:r>
              <a:rPr lang="en-US" altLang="en-US" sz="1700">
                <a:solidFill>
                  <a:schemeClr val="tx2"/>
                </a:solidFill>
              </a:rPr>
              <a:t>DumpRegs</a:t>
            </a:r>
            <a:r>
              <a:rPr lang="en-US" altLang="en-US" sz="1700"/>
              <a:t> – Displays general-purpose registers and flags (hex)</a:t>
            </a:r>
          </a:p>
          <a:p>
            <a:pPr eaLnBrk="1" hangingPunct="1">
              <a:lnSpc>
                <a:spcPct val="90000"/>
              </a:lnSpc>
              <a:spcBef>
                <a:spcPct val="50000"/>
              </a:spcBef>
              <a:buClrTx/>
              <a:buFontTx/>
              <a:buNone/>
            </a:pPr>
            <a:r>
              <a:rPr lang="en-US" altLang="en-US" sz="1700">
                <a:solidFill>
                  <a:schemeClr val="tx2"/>
                </a:solidFill>
              </a:rPr>
              <a:t>GetCommandtail</a:t>
            </a:r>
            <a:r>
              <a:rPr lang="en-US" altLang="en-US" sz="1700"/>
              <a:t> - Copies command-line args into array of bytes</a:t>
            </a:r>
          </a:p>
          <a:p>
            <a:pPr eaLnBrk="1" hangingPunct="1">
              <a:lnSpc>
                <a:spcPct val="90000"/>
              </a:lnSpc>
              <a:spcBef>
                <a:spcPct val="50000"/>
              </a:spcBef>
              <a:buClrTx/>
              <a:buFontTx/>
              <a:buNone/>
            </a:pPr>
            <a:r>
              <a:rPr lang="en-US" altLang="en-US" sz="1700">
                <a:solidFill>
                  <a:schemeClr val="tx2"/>
                </a:solidFill>
              </a:rPr>
              <a:t>GetDateTime </a:t>
            </a:r>
            <a:r>
              <a:rPr lang="en-US" altLang="en-US" sz="1700"/>
              <a:t>– Gets the current date and time from the system</a:t>
            </a:r>
          </a:p>
          <a:p>
            <a:pPr eaLnBrk="1" hangingPunct="1">
              <a:lnSpc>
                <a:spcPct val="90000"/>
              </a:lnSpc>
              <a:spcBef>
                <a:spcPct val="50000"/>
              </a:spcBef>
              <a:buClrTx/>
              <a:buFontTx/>
              <a:buNone/>
            </a:pPr>
            <a:r>
              <a:rPr lang="en-US" altLang="en-US" sz="1700">
                <a:solidFill>
                  <a:schemeClr val="tx2"/>
                </a:solidFill>
              </a:rPr>
              <a:t>GetMaxXY </a:t>
            </a:r>
            <a:r>
              <a:rPr lang="en-US" altLang="en-US" sz="1700"/>
              <a:t>- Gets number of cols, rows in console window buffer</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GetMseconds</a:t>
            </a:r>
            <a:r>
              <a:rPr lang="en-US" altLang="en-US" sz="1700"/>
              <a:t> - Returns milliseconds elapsed since midnight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2">
            <a:extLst>
              <a:ext uri="{FF2B5EF4-FFF2-40B4-BE49-F238E27FC236}">
                <a16:creationId xmlns:a16="http://schemas.microsoft.com/office/drawing/2014/main" id="{41EDD854-4F88-4CC4-99C8-F0DFEC5E141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0963" name="Slide Number Placeholder 3">
            <a:extLst>
              <a:ext uri="{FF2B5EF4-FFF2-40B4-BE49-F238E27FC236}">
                <a16:creationId xmlns:a16="http://schemas.microsoft.com/office/drawing/2014/main" id="{8A659ADE-049E-4B9B-B393-939418D3DD50}"/>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CB9521FD-8763-4B67-B03B-5C40A618D519}" type="slidenum">
              <a:rPr lang="en-US" altLang="en-US" sz="1600">
                <a:latin typeface="Times New Roman" panose="02020603050405020304" pitchFamily="18" charset="0"/>
              </a:rPr>
              <a:pPr eaLnBrk="1" hangingPunct="1">
                <a:spcBef>
                  <a:spcPct val="0"/>
                </a:spcBef>
                <a:buClrTx/>
                <a:buFontTx/>
                <a:buNone/>
              </a:pPr>
              <a:t>31</a:t>
            </a:fld>
            <a:endParaRPr lang="en-US" altLang="en-US" sz="1600">
              <a:latin typeface="Times New Roman" panose="02020603050405020304" pitchFamily="18" charset="0"/>
            </a:endParaRPr>
          </a:p>
        </p:txBody>
      </p:sp>
      <p:sp>
        <p:nvSpPr>
          <p:cNvPr id="94210" name="Rectangle 2">
            <a:extLst>
              <a:ext uri="{FF2B5EF4-FFF2-40B4-BE49-F238E27FC236}">
                <a16:creationId xmlns:a16="http://schemas.microsoft.com/office/drawing/2014/main" id="{67E89929-A053-4366-ACDE-F442A52944EF}"/>
              </a:ext>
            </a:extLst>
          </p:cNvPr>
          <p:cNvSpPr>
            <a:spLocks noGrp="1" noChangeArrowheads="1"/>
          </p:cNvSpPr>
          <p:nvPr>
            <p:ph type="title"/>
          </p:nvPr>
        </p:nvSpPr>
        <p:spPr/>
        <p:txBody>
          <a:bodyPr/>
          <a:lstStyle/>
          <a:p>
            <a:pPr eaLnBrk="1" hangingPunct="1">
              <a:defRPr/>
            </a:pPr>
            <a:r>
              <a:rPr lang="en-US" altLang="en-US"/>
              <a:t>Library Procedures - Overview</a:t>
            </a:r>
            <a:r>
              <a:rPr lang="en-US" altLang="en-US" sz="2400"/>
              <a:t> </a:t>
            </a:r>
            <a:r>
              <a:rPr lang="en-US" altLang="en-US" sz="2000"/>
              <a:t>(2 of 4)</a:t>
            </a:r>
            <a:endParaRPr lang="en-US" altLang="en-US" sz="2800"/>
          </a:p>
        </p:txBody>
      </p:sp>
      <p:sp>
        <p:nvSpPr>
          <p:cNvPr id="40965" name="Text Box 3">
            <a:extLst>
              <a:ext uri="{FF2B5EF4-FFF2-40B4-BE49-F238E27FC236}">
                <a16:creationId xmlns:a16="http://schemas.microsoft.com/office/drawing/2014/main" id="{E08C0A47-4C2F-4880-B094-C3BC8207EB38}"/>
              </a:ext>
            </a:extLst>
          </p:cNvPr>
          <p:cNvSpPr txBox="1">
            <a:spLocks noChangeArrowheads="1"/>
          </p:cNvSpPr>
          <p:nvPr/>
        </p:nvSpPr>
        <p:spPr bwMode="auto">
          <a:xfrm>
            <a:off x="914400" y="990600"/>
            <a:ext cx="7239000" cy="484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90000"/>
              </a:lnSpc>
              <a:spcBef>
                <a:spcPct val="50000"/>
              </a:spcBef>
              <a:buClrTx/>
              <a:buFontTx/>
              <a:buNone/>
            </a:pPr>
            <a:r>
              <a:rPr lang="en-US" altLang="en-US" sz="1700">
                <a:solidFill>
                  <a:schemeClr val="tx2"/>
                </a:solidFill>
              </a:rPr>
              <a:t>GetTextColor </a:t>
            </a:r>
            <a:r>
              <a:rPr lang="en-US" altLang="en-US" sz="1700"/>
              <a:t>- Returns active foreground and background text colors in the console window</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Gotoxy</a:t>
            </a:r>
            <a:r>
              <a:rPr lang="en-US" altLang="en-US" sz="1700"/>
              <a:t> - Locates cursor at row and column on the console</a:t>
            </a:r>
          </a:p>
          <a:p>
            <a:pPr eaLnBrk="1" hangingPunct="1">
              <a:lnSpc>
                <a:spcPct val="90000"/>
              </a:lnSpc>
              <a:spcBef>
                <a:spcPct val="50000"/>
              </a:spcBef>
              <a:buClrTx/>
              <a:buFontTx/>
              <a:buNone/>
            </a:pPr>
            <a:r>
              <a:rPr lang="en-US" altLang="en-US" sz="1700">
                <a:solidFill>
                  <a:schemeClr val="tx2"/>
                </a:solidFill>
              </a:rPr>
              <a:t>IsDigit </a:t>
            </a:r>
            <a:r>
              <a:rPr lang="en-US" altLang="en-US" sz="1700"/>
              <a:t>- Sets Zero flag if AL contains ASCII code for decimal digit (0–9)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MsgBox, MsgBoxAsk </a:t>
            </a:r>
            <a:r>
              <a:rPr lang="en-US" altLang="en-US" sz="1700"/>
              <a:t>– Display popup message boxes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OpenInputFile </a:t>
            </a:r>
            <a:r>
              <a:rPr lang="en-US" altLang="en-US" sz="1700"/>
              <a:t>– Opens existing file for input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ParseDecimal32 </a:t>
            </a:r>
            <a:r>
              <a:rPr lang="en-US" altLang="en-US" sz="1700"/>
              <a:t>– Converts unsigned integer string to binary</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ParseInteger32 </a:t>
            </a:r>
            <a:r>
              <a:rPr lang="en-US" altLang="en-US" sz="1700"/>
              <a:t>- Converts signed integer string to binary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Random32</a:t>
            </a:r>
            <a:r>
              <a:rPr lang="en-US" altLang="en-US" sz="1700"/>
              <a:t> - Generates 32-bit pseudorandom integer in the range 0 to FFFFFFFFh</a:t>
            </a:r>
          </a:p>
          <a:p>
            <a:pPr eaLnBrk="1" hangingPunct="1">
              <a:lnSpc>
                <a:spcPct val="90000"/>
              </a:lnSpc>
              <a:spcBef>
                <a:spcPct val="50000"/>
              </a:spcBef>
              <a:buClrTx/>
              <a:buFontTx/>
              <a:buNone/>
            </a:pPr>
            <a:r>
              <a:rPr lang="en-US" altLang="en-US" sz="1700">
                <a:solidFill>
                  <a:schemeClr val="tx2"/>
                </a:solidFill>
              </a:rPr>
              <a:t>Randomize</a:t>
            </a:r>
            <a:r>
              <a:rPr lang="en-US" altLang="en-US" sz="1700"/>
              <a:t> - Seeds the random number generator</a:t>
            </a:r>
          </a:p>
          <a:p>
            <a:pPr eaLnBrk="1" hangingPunct="1">
              <a:lnSpc>
                <a:spcPct val="90000"/>
              </a:lnSpc>
              <a:spcBef>
                <a:spcPct val="50000"/>
              </a:spcBef>
              <a:buClrTx/>
              <a:buFontTx/>
              <a:buNone/>
            </a:pPr>
            <a:r>
              <a:rPr lang="en-US" altLang="en-US" sz="1700">
                <a:solidFill>
                  <a:schemeClr val="tx2"/>
                </a:solidFill>
              </a:rPr>
              <a:t>RandomRange</a:t>
            </a:r>
            <a:r>
              <a:rPr lang="en-US" altLang="en-US" sz="1700"/>
              <a:t> - Generates a pseudorandom integer within a specified range</a:t>
            </a:r>
          </a:p>
          <a:p>
            <a:pPr eaLnBrk="1" hangingPunct="1">
              <a:lnSpc>
                <a:spcPct val="90000"/>
              </a:lnSpc>
              <a:spcBef>
                <a:spcPct val="50000"/>
              </a:spcBef>
              <a:buClrTx/>
              <a:buFontTx/>
              <a:buNone/>
            </a:pPr>
            <a:r>
              <a:rPr lang="en-US" altLang="en-US" sz="1700">
                <a:solidFill>
                  <a:schemeClr val="tx2"/>
                </a:solidFill>
              </a:rPr>
              <a:t>ReadChar</a:t>
            </a:r>
            <a:r>
              <a:rPr lang="en-US" altLang="en-US" sz="1700"/>
              <a:t> - Reads a single character from standard input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2">
            <a:extLst>
              <a:ext uri="{FF2B5EF4-FFF2-40B4-BE49-F238E27FC236}">
                <a16:creationId xmlns:a16="http://schemas.microsoft.com/office/drawing/2014/main" id="{7658BB5D-D9F9-4B8F-8C95-D3C935613431}"/>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1987" name="Slide Number Placeholder 3">
            <a:extLst>
              <a:ext uri="{FF2B5EF4-FFF2-40B4-BE49-F238E27FC236}">
                <a16:creationId xmlns:a16="http://schemas.microsoft.com/office/drawing/2014/main" id="{60415CD9-7259-423B-878A-93FC287FFB1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9AC6906-0560-458D-964F-2DB9722265C1}" type="slidenum">
              <a:rPr lang="en-US" altLang="en-US" sz="1600">
                <a:latin typeface="Times New Roman" panose="02020603050405020304" pitchFamily="18" charset="0"/>
              </a:rPr>
              <a:pPr eaLnBrk="1" hangingPunct="1">
                <a:spcBef>
                  <a:spcPct val="0"/>
                </a:spcBef>
                <a:buClrTx/>
                <a:buFontTx/>
                <a:buNone/>
              </a:pPr>
              <a:t>32</a:t>
            </a:fld>
            <a:endParaRPr lang="en-US" altLang="en-US" sz="1600">
              <a:latin typeface="Times New Roman" panose="02020603050405020304" pitchFamily="18" charset="0"/>
            </a:endParaRPr>
          </a:p>
        </p:txBody>
      </p:sp>
      <p:sp>
        <p:nvSpPr>
          <p:cNvPr id="95234" name="Rectangle 2">
            <a:extLst>
              <a:ext uri="{FF2B5EF4-FFF2-40B4-BE49-F238E27FC236}">
                <a16:creationId xmlns:a16="http://schemas.microsoft.com/office/drawing/2014/main" id="{1FD65DF6-14BC-45CC-98BC-97F454EC6F60}"/>
              </a:ext>
            </a:extLst>
          </p:cNvPr>
          <p:cNvSpPr>
            <a:spLocks noGrp="1" noChangeArrowheads="1"/>
          </p:cNvSpPr>
          <p:nvPr>
            <p:ph type="title"/>
          </p:nvPr>
        </p:nvSpPr>
        <p:spPr/>
        <p:txBody>
          <a:bodyPr/>
          <a:lstStyle/>
          <a:p>
            <a:pPr eaLnBrk="1" hangingPunct="1">
              <a:defRPr/>
            </a:pPr>
            <a:r>
              <a:rPr lang="en-US" altLang="en-US"/>
              <a:t>Library Procedures - Overview</a:t>
            </a:r>
            <a:r>
              <a:rPr lang="en-US" altLang="en-US" sz="2400"/>
              <a:t> </a:t>
            </a:r>
            <a:r>
              <a:rPr lang="en-US" altLang="en-US" sz="2000"/>
              <a:t>(3 of 4)</a:t>
            </a:r>
            <a:endParaRPr lang="en-US" altLang="en-US" sz="2800"/>
          </a:p>
        </p:txBody>
      </p:sp>
      <p:sp>
        <p:nvSpPr>
          <p:cNvPr id="41989" name="Text Box 3">
            <a:extLst>
              <a:ext uri="{FF2B5EF4-FFF2-40B4-BE49-F238E27FC236}">
                <a16:creationId xmlns:a16="http://schemas.microsoft.com/office/drawing/2014/main" id="{AD04838D-CAA9-4922-96E8-CF0041A6D272}"/>
              </a:ext>
            </a:extLst>
          </p:cNvPr>
          <p:cNvSpPr txBox="1">
            <a:spLocks noChangeArrowheads="1"/>
          </p:cNvSpPr>
          <p:nvPr/>
        </p:nvSpPr>
        <p:spPr bwMode="auto">
          <a:xfrm>
            <a:off x="838200" y="990600"/>
            <a:ext cx="7239000" cy="454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90000"/>
              </a:lnSpc>
              <a:spcBef>
                <a:spcPct val="50000"/>
              </a:spcBef>
              <a:buClrTx/>
              <a:buFontTx/>
              <a:buNone/>
            </a:pPr>
            <a:r>
              <a:rPr lang="en-US" altLang="en-US" sz="1700">
                <a:solidFill>
                  <a:schemeClr val="tx2"/>
                </a:solidFill>
              </a:rPr>
              <a:t>ReadDec</a:t>
            </a:r>
            <a:r>
              <a:rPr lang="en-US" altLang="en-US" sz="1700"/>
              <a:t> - Reads 32-bit unsigned decimal integer from keyboard</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ReadFromFile </a:t>
            </a:r>
            <a:r>
              <a:rPr lang="en-US" altLang="en-US" sz="1700"/>
              <a:t>– Reads input disk file into buffer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ReadHex</a:t>
            </a:r>
            <a:r>
              <a:rPr lang="en-US" altLang="en-US" sz="1700"/>
              <a:t> - Reads 32-bit hexadecimal integer from keyboard</a:t>
            </a:r>
          </a:p>
          <a:p>
            <a:pPr eaLnBrk="1" hangingPunct="1">
              <a:lnSpc>
                <a:spcPct val="90000"/>
              </a:lnSpc>
              <a:spcBef>
                <a:spcPct val="50000"/>
              </a:spcBef>
              <a:buClrTx/>
              <a:buFontTx/>
              <a:buNone/>
            </a:pPr>
            <a:r>
              <a:rPr lang="en-US" altLang="en-US" sz="1700">
                <a:solidFill>
                  <a:schemeClr val="tx2"/>
                </a:solidFill>
              </a:rPr>
              <a:t>ReadInt</a:t>
            </a:r>
            <a:r>
              <a:rPr lang="en-US" altLang="en-US" sz="1700"/>
              <a:t> - Reads 32-bit signed decimal integer from keyboard</a:t>
            </a:r>
          </a:p>
          <a:p>
            <a:pPr eaLnBrk="1" hangingPunct="1">
              <a:lnSpc>
                <a:spcPct val="90000"/>
              </a:lnSpc>
              <a:spcBef>
                <a:spcPct val="50000"/>
              </a:spcBef>
              <a:buClrTx/>
              <a:buFontTx/>
              <a:buNone/>
            </a:pPr>
            <a:r>
              <a:rPr lang="en-US" altLang="en-US" sz="1700">
                <a:solidFill>
                  <a:schemeClr val="tx2"/>
                </a:solidFill>
              </a:rPr>
              <a:t>ReadKey </a:t>
            </a:r>
            <a:r>
              <a:rPr lang="en-US" altLang="en-US" sz="1700"/>
              <a:t>– Reads character from keyboard input buffer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ReadString</a:t>
            </a:r>
            <a:r>
              <a:rPr lang="en-US" altLang="en-US" sz="1700"/>
              <a:t> - Reads string from stdin, terminated by</a:t>
            </a:r>
            <a:r>
              <a:rPr lang="en-US" altLang="en-US" sz="1900"/>
              <a:t> [</a:t>
            </a:r>
            <a:r>
              <a:rPr lang="en-US" altLang="en-US" sz="1700"/>
              <a:t>Enter]</a:t>
            </a:r>
          </a:p>
          <a:p>
            <a:pPr eaLnBrk="1" hangingPunct="1">
              <a:lnSpc>
                <a:spcPct val="90000"/>
              </a:lnSpc>
              <a:spcBef>
                <a:spcPct val="50000"/>
              </a:spcBef>
              <a:buClrTx/>
              <a:buFontTx/>
              <a:buNone/>
            </a:pPr>
            <a:r>
              <a:rPr lang="en-US" altLang="en-US" sz="1700">
                <a:solidFill>
                  <a:schemeClr val="tx2"/>
                </a:solidFill>
              </a:rPr>
              <a:t>SetTextColor</a:t>
            </a:r>
            <a:r>
              <a:rPr lang="en-US" altLang="en-US" sz="1700"/>
              <a:t> - Sets foreground/background colors of all subsequent text output to the console</a:t>
            </a:r>
          </a:p>
          <a:p>
            <a:pPr eaLnBrk="1" hangingPunct="1">
              <a:lnSpc>
                <a:spcPct val="90000"/>
              </a:lnSpc>
              <a:spcBef>
                <a:spcPct val="50000"/>
              </a:spcBef>
              <a:buClrTx/>
              <a:buFontTx/>
              <a:buNone/>
            </a:pPr>
            <a:r>
              <a:rPr lang="en-US" altLang="en-US" sz="1700">
                <a:solidFill>
                  <a:schemeClr val="tx2"/>
                </a:solidFill>
              </a:rPr>
              <a:t>Str_compare </a:t>
            </a:r>
            <a:r>
              <a:rPr lang="en-US" altLang="en-US" sz="1700"/>
              <a:t>– Compares two strings </a:t>
            </a:r>
            <a:endParaRPr lang="en-US" altLang="en-US" sz="1700">
              <a:solidFill>
                <a:schemeClr val="tx2"/>
              </a:solidFill>
            </a:endParaRPr>
          </a:p>
          <a:p>
            <a:pPr eaLnBrk="1" hangingPunct="1">
              <a:lnSpc>
                <a:spcPct val="90000"/>
              </a:lnSpc>
              <a:spcBef>
                <a:spcPct val="50000"/>
              </a:spcBef>
              <a:buClrTx/>
              <a:buFontTx/>
              <a:buNone/>
            </a:pPr>
            <a:r>
              <a:rPr lang="en-US" altLang="en-US" sz="1700">
                <a:solidFill>
                  <a:schemeClr val="tx2"/>
                </a:solidFill>
              </a:rPr>
              <a:t>Str_copy </a:t>
            </a:r>
            <a:r>
              <a:rPr lang="en-US" altLang="en-US" sz="1700"/>
              <a:t>– Copies a source string to a destination string</a:t>
            </a:r>
            <a:r>
              <a:rPr lang="en-US" altLang="en-US" sz="2100"/>
              <a:t> </a:t>
            </a:r>
            <a:endParaRPr lang="en-US" altLang="en-US" sz="2100">
              <a:solidFill>
                <a:schemeClr val="tx2"/>
              </a:solidFill>
            </a:endParaRPr>
          </a:p>
          <a:p>
            <a:pPr eaLnBrk="1" hangingPunct="1">
              <a:lnSpc>
                <a:spcPct val="90000"/>
              </a:lnSpc>
              <a:spcBef>
                <a:spcPct val="50000"/>
              </a:spcBef>
              <a:buClrTx/>
              <a:buFontTx/>
              <a:buNone/>
            </a:pPr>
            <a:r>
              <a:rPr lang="en-US" altLang="en-US" sz="1700">
                <a:solidFill>
                  <a:schemeClr val="tx2"/>
                </a:solidFill>
              </a:rPr>
              <a:t>Str_length </a:t>
            </a:r>
            <a:r>
              <a:rPr lang="en-US" altLang="en-US" sz="1700"/>
              <a:t>– Returns the length of a string in EAX</a:t>
            </a:r>
          </a:p>
          <a:p>
            <a:pPr eaLnBrk="1" hangingPunct="1">
              <a:lnSpc>
                <a:spcPct val="90000"/>
              </a:lnSpc>
              <a:spcBef>
                <a:spcPct val="50000"/>
              </a:spcBef>
              <a:buClrTx/>
              <a:buFontTx/>
              <a:buNone/>
            </a:pPr>
            <a:r>
              <a:rPr lang="en-US" altLang="en-US" sz="1700">
                <a:solidFill>
                  <a:schemeClr val="tx2"/>
                </a:solidFill>
              </a:rPr>
              <a:t>Str_trim</a:t>
            </a:r>
            <a:r>
              <a:rPr lang="en-US" altLang="en-US" sz="1700"/>
              <a:t> - Removes unwanted characters from a string.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2">
            <a:extLst>
              <a:ext uri="{FF2B5EF4-FFF2-40B4-BE49-F238E27FC236}">
                <a16:creationId xmlns:a16="http://schemas.microsoft.com/office/drawing/2014/main" id="{1DFD6EFB-9202-4397-8182-8582261CA4D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3011" name="Slide Number Placeholder 3">
            <a:extLst>
              <a:ext uri="{FF2B5EF4-FFF2-40B4-BE49-F238E27FC236}">
                <a16:creationId xmlns:a16="http://schemas.microsoft.com/office/drawing/2014/main" id="{77D56D72-D24B-4D40-A94D-FCE8D734BBC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2A5DD31-ADDC-4297-A328-7FD61CFECE34}" type="slidenum">
              <a:rPr lang="en-US" altLang="en-US" sz="1600">
                <a:latin typeface="Times New Roman" panose="02020603050405020304" pitchFamily="18" charset="0"/>
              </a:rPr>
              <a:pPr eaLnBrk="1" hangingPunct="1">
                <a:spcBef>
                  <a:spcPct val="0"/>
                </a:spcBef>
                <a:buClrTx/>
                <a:buFontTx/>
                <a:buNone/>
              </a:pPr>
              <a:t>33</a:t>
            </a:fld>
            <a:endParaRPr lang="en-US" altLang="en-US" sz="1600">
              <a:latin typeface="Times New Roman" panose="02020603050405020304" pitchFamily="18" charset="0"/>
            </a:endParaRPr>
          </a:p>
        </p:txBody>
      </p:sp>
      <p:sp>
        <p:nvSpPr>
          <p:cNvPr id="147458" name="Rectangle 1026">
            <a:extLst>
              <a:ext uri="{FF2B5EF4-FFF2-40B4-BE49-F238E27FC236}">
                <a16:creationId xmlns:a16="http://schemas.microsoft.com/office/drawing/2014/main" id="{1100EE68-A06F-4DEA-A25E-962E19844DBE}"/>
              </a:ext>
            </a:extLst>
          </p:cNvPr>
          <p:cNvSpPr>
            <a:spLocks noGrp="1" noChangeArrowheads="1"/>
          </p:cNvSpPr>
          <p:nvPr>
            <p:ph type="title"/>
          </p:nvPr>
        </p:nvSpPr>
        <p:spPr/>
        <p:txBody>
          <a:bodyPr/>
          <a:lstStyle/>
          <a:p>
            <a:pPr eaLnBrk="1" hangingPunct="1">
              <a:defRPr/>
            </a:pPr>
            <a:r>
              <a:rPr lang="en-US" altLang="en-US"/>
              <a:t>Library Procedures - Overview</a:t>
            </a:r>
            <a:r>
              <a:rPr lang="en-US" altLang="en-US" sz="2400"/>
              <a:t> </a:t>
            </a:r>
            <a:r>
              <a:rPr lang="en-US" altLang="en-US" sz="2000"/>
              <a:t>(4 of 4)</a:t>
            </a:r>
            <a:endParaRPr lang="en-US" altLang="en-US" sz="2800"/>
          </a:p>
        </p:txBody>
      </p:sp>
      <p:sp>
        <p:nvSpPr>
          <p:cNvPr id="43013" name="Text Box 1027">
            <a:extLst>
              <a:ext uri="{FF2B5EF4-FFF2-40B4-BE49-F238E27FC236}">
                <a16:creationId xmlns:a16="http://schemas.microsoft.com/office/drawing/2014/main" id="{A5431F8E-2D1F-4E38-9BAF-7F66E4003F68}"/>
              </a:ext>
            </a:extLst>
          </p:cNvPr>
          <p:cNvSpPr txBox="1">
            <a:spLocks noChangeArrowheads="1"/>
          </p:cNvSpPr>
          <p:nvPr/>
        </p:nvSpPr>
        <p:spPr bwMode="auto">
          <a:xfrm>
            <a:off x="838200" y="1219200"/>
            <a:ext cx="7239000" cy="351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130000"/>
              </a:lnSpc>
              <a:spcBef>
                <a:spcPct val="0"/>
              </a:spcBef>
              <a:buClrTx/>
              <a:buFontTx/>
              <a:buNone/>
            </a:pPr>
            <a:r>
              <a:rPr lang="en-US" altLang="en-US" sz="1800">
                <a:solidFill>
                  <a:schemeClr val="tx2"/>
                </a:solidFill>
              </a:rPr>
              <a:t>Str_ucase</a:t>
            </a:r>
            <a:r>
              <a:rPr lang="en-US" altLang="en-US" sz="1800"/>
              <a:t> - Converts a string to uppercase letters.</a:t>
            </a:r>
          </a:p>
          <a:p>
            <a:pPr eaLnBrk="1" hangingPunct="1">
              <a:lnSpc>
                <a:spcPct val="130000"/>
              </a:lnSpc>
              <a:spcBef>
                <a:spcPct val="0"/>
              </a:spcBef>
              <a:buClrTx/>
              <a:buFontTx/>
              <a:buNone/>
            </a:pPr>
            <a:r>
              <a:rPr lang="en-US" altLang="en-US" sz="1800">
                <a:solidFill>
                  <a:schemeClr val="tx2"/>
                </a:solidFill>
              </a:rPr>
              <a:t>WaitMsg</a:t>
            </a:r>
            <a:r>
              <a:rPr lang="en-US" altLang="en-US" sz="1800"/>
              <a:t> - Displays message, waits for Enter key to be pressed</a:t>
            </a:r>
          </a:p>
          <a:p>
            <a:pPr eaLnBrk="1" hangingPunct="1">
              <a:lnSpc>
                <a:spcPct val="130000"/>
              </a:lnSpc>
              <a:spcBef>
                <a:spcPct val="0"/>
              </a:spcBef>
              <a:buClrTx/>
              <a:buFontTx/>
              <a:buNone/>
            </a:pPr>
            <a:r>
              <a:rPr lang="en-US" altLang="en-US" sz="1800">
                <a:solidFill>
                  <a:schemeClr val="tx2"/>
                </a:solidFill>
              </a:rPr>
              <a:t>WriteBin</a:t>
            </a:r>
            <a:r>
              <a:rPr lang="en-US" altLang="en-US" sz="1800"/>
              <a:t> - Writes unsigned 32-bit integer in ASCII binary format.</a:t>
            </a:r>
          </a:p>
          <a:p>
            <a:pPr eaLnBrk="1" hangingPunct="1">
              <a:lnSpc>
                <a:spcPct val="120000"/>
              </a:lnSpc>
              <a:spcBef>
                <a:spcPct val="0"/>
              </a:spcBef>
              <a:buClrTx/>
              <a:buFontTx/>
              <a:buNone/>
            </a:pPr>
            <a:r>
              <a:rPr lang="en-US" altLang="en-US" sz="1800">
                <a:solidFill>
                  <a:schemeClr val="tx2"/>
                </a:solidFill>
              </a:rPr>
              <a:t>WriteBinB </a:t>
            </a:r>
            <a:r>
              <a:rPr lang="en-US" altLang="en-US" sz="1800"/>
              <a:t>– Writes binary integer in byte, word, or doubleword format </a:t>
            </a:r>
            <a:endParaRPr lang="en-US" altLang="en-US" sz="1800">
              <a:solidFill>
                <a:schemeClr val="tx2"/>
              </a:solidFill>
            </a:endParaRPr>
          </a:p>
          <a:p>
            <a:pPr eaLnBrk="1" hangingPunct="1">
              <a:lnSpc>
                <a:spcPct val="120000"/>
              </a:lnSpc>
              <a:spcBef>
                <a:spcPct val="0"/>
              </a:spcBef>
              <a:buClrTx/>
              <a:buFontTx/>
              <a:buNone/>
            </a:pPr>
            <a:r>
              <a:rPr lang="en-US" altLang="en-US" sz="1800">
                <a:solidFill>
                  <a:schemeClr val="tx2"/>
                </a:solidFill>
              </a:rPr>
              <a:t>WriteChar</a:t>
            </a:r>
            <a:r>
              <a:rPr lang="en-US" altLang="en-US" sz="1800"/>
              <a:t> - Writes a single character to standard output</a:t>
            </a:r>
          </a:p>
          <a:p>
            <a:pPr eaLnBrk="1" hangingPunct="1">
              <a:lnSpc>
                <a:spcPct val="70000"/>
              </a:lnSpc>
              <a:spcBef>
                <a:spcPct val="50000"/>
              </a:spcBef>
              <a:buClrTx/>
              <a:buFontTx/>
              <a:buNone/>
            </a:pPr>
            <a:r>
              <a:rPr lang="en-US" altLang="en-US" sz="1800">
                <a:solidFill>
                  <a:schemeClr val="tx2"/>
                </a:solidFill>
              </a:rPr>
              <a:t>WriteDec</a:t>
            </a:r>
            <a:r>
              <a:rPr lang="en-US" altLang="en-US" sz="1800"/>
              <a:t> - Writes unsigned 32-bit integer in decimal format</a:t>
            </a:r>
          </a:p>
          <a:p>
            <a:pPr eaLnBrk="1" hangingPunct="1">
              <a:lnSpc>
                <a:spcPct val="90000"/>
              </a:lnSpc>
              <a:spcBef>
                <a:spcPct val="50000"/>
              </a:spcBef>
              <a:buClrTx/>
              <a:buFontTx/>
              <a:buNone/>
            </a:pPr>
            <a:r>
              <a:rPr lang="en-US" altLang="en-US" sz="1800">
                <a:solidFill>
                  <a:schemeClr val="tx2"/>
                </a:solidFill>
              </a:rPr>
              <a:t>WriteHex</a:t>
            </a:r>
            <a:r>
              <a:rPr lang="en-US" altLang="en-US" sz="1800"/>
              <a:t> - Writes an unsigned 32-bit integer in hexadecimal format</a:t>
            </a:r>
          </a:p>
          <a:p>
            <a:pPr eaLnBrk="1" hangingPunct="1">
              <a:lnSpc>
                <a:spcPct val="90000"/>
              </a:lnSpc>
              <a:spcBef>
                <a:spcPct val="50000"/>
              </a:spcBef>
              <a:buClrTx/>
              <a:buFontTx/>
              <a:buNone/>
            </a:pPr>
            <a:r>
              <a:rPr lang="en-US" altLang="en-US" sz="1800">
                <a:solidFill>
                  <a:schemeClr val="tx2"/>
                </a:solidFill>
              </a:rPr>
              <a:t>WriteHexB </a:t>
            </a:r>
            <a:r>
              <a:rPr lang="en-US" altLang="en-US" sz="1800"/>
              <a:t>– Writes byte, word, or doubleword in hexadecimal format</a:t>
            </a:r>
            <a:endParaRPr lang="en-US" altLang="en-US" sz="1800">
              <a:solidFill>
                <a:schemeClr val="tx2"/>
              </a:solidFill>
            </a:endParaRPr>
          </a:p>
          <a:p>
            <a:pPr eaLnBrk="1" hangingPunct="1">
              <a:lnSpc>
                <a:spcPct val="90000"/>
              </a:lnSpc>
              <a:spcBef>
                <a:spcPct val="50000"/>
              </a:spcBef>
              <a:buClrTx/>
              <a:buFontTx/>
              <a:buNone/>
            </a:pPr>
            <a:r>
              <a:rPr lang="en-US" altLang="en-US" sz="1800">
                <a:solidFill>
                  <a:schemeClr val="tx2"/>
                </a:solidFill>
              </a:rPr>
              <a:t>WriteInt</a:t>
            </a:r>
            <a:r>
              <a:rPr lang="en-US" altLang="en-US" sz="1800"/>
              <a:t> - Writes signed 32-bit integer in decimal format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2">
            <a:extLst>
              <a:ext uri="{FF2B5EF4-FFF2-40B4-BE49-F238E27FC236}">
                <a16:creationId xmlns:a16="http://schemas.microsoft.com/office/drawing/2014/main" id="{E77FD7FE-BD2A-4026-BF99-89EED33192C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4035" name="Slide Number Placeholder 3">
            <a:extLst>
              <a:ext uri="{FF2B5EF4-FFF2-40B4-BE49-F238E27FC236}">
                <a16:creationId xmlns:a16="http://schemas.microsoft.com/office/drawing/2014/main" id="{1ED183F1-E284-459F-B7C6-D7D5B5A97C5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84D62F5-BC22-4B7E-806A-323393E719B5}" type="slidenum">
              <a:rPr lang="en-US" altLang="en-US" sz="1600">
                <a:latin typeface="Times New Roman" panose="02020603050405020304" pitchFamily="18" charset="0"/>
              </a:rPr>
              <a:pPr eaLnBrk="1" hangingPunct="1">
                <a:spcBef>
                  <a:spcPct val="0"/>
                </a:spcBef>
                <a:buClrTx/>
                <a:buFontTx/>
                <a:buNone/>
              </a:pPr>
              <a:t>34</a:t>
            </a:fld>
            <a:endParaRPr lang="en-US" altLang="en-US" sz="1600">
              <a:latin typeface="Times New Roman" panose="02020603050405020304" pitchFamily="18" charset="0"/>
            </a:endParaRPr>
          </a:p>
        </p:txBody>
      </p:sp>
      <p:sp>
        <p:nvSpPr>
          <p:cNvPr id="150530" name="Rectangle 2">
            <a:extLst>
              <a:ext uri="{FF2B5EF4-FFF2-40B4-BE49-F238E27FC236}">
                <a16:creationId xmlns:a16="http://schemas.microsoft.com/office/drawing/2014/main" id="{2F961C4E-AC34-4BED-AC44-99696F1B4E27}"/>
              </a:ext>
            </a:extLst>
          </p:cNvPr>
          <p:cNvSpPr>
            <a:spLocks noGrp="1" noChangeArrowheads="1"/>
          </p:cNvSpPr>
          <p:nvPr>
            <p:ph type="title"/>
          </p:nvPr>
        </p:nvSpPr>
        <p:spPr/>
        <p:txBody>
          <a:bodyPr/>
          <a:lstStyle/>
          <a:p>
            <a:pPr eaLnBrk="1" hangingPunct="1">
              <a:defRPr/>
            </a:pPr>
            <a:r>
              <a:rPr lang="en-US" altLang="en-US"/>
              <a:t>Library Procedures - Overview</a:t>
            </a:r>
            <a:r>
              <a:rPr lang="en-US" altLang="en-US" sz="2400"/>
              <a:t> </a:t>
            </a:r>
            <a:r>
              <a:rPr lang="en-US" altLang="en-US" sz="2000"/>
              <a:t>(5 of 4)</a:t>
            </a:r>
            <a:endParaRPr lang="en-US" altLang="en-US" sz="2800"/>
          </a:p>
        </p:txBody>
      </p:sp>
      <p:sp>
        <p:nvSpPr>
          <p:cNvPr id="44037" name="Text Box 3">
            <a:extLst>
              <a:ext uri="{FF2B5EF4-FFF2-40B4-BE49-F238E27FC236}">
                <a16:creationId xmlns:a16="http://schemas.microsoft.com/office/drawing/2014/main" id="{9B4FB8C2-198F-45CA-B25C-C62C5E2EE958}"/>
              </a:ext>
            </a:extLst>
          </p:cNvPr>
          <p:cNvSpPr txBox="1">
            <a:spLocks noChangeArrowheads="1"/>
          </p:cNvSpPr>
          <p:nvPr/>
        </p:nvSpPr>
        <p:spPr bwMode="auto">
          <a:xfrm>
            <a:off x="838200" y="1219200"/>
            <a:ext cx="7239000" cy="282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90000"/>
              </a:lnSpc>
              <a:spcBef>
                <a:spcPct val="50000"/>
              </a:spcBef>
              <a:buClrTx/>
              <a:buFontTx/>
              <a:buNone/>
            </a:pPr>
            <a:r>
              <a:rPr lang="en-US" altLang="en-US" sz="1800">
                <a:solidFill>
                  <a:schemeClr val="tx2"/>
                </a:solidFill>
              </a:rPr>
              <a:t>WriteStackFrame </a:t>
            </a:r>
            <a:r>
              <a:rPr lang="en-US" altLang="en-US" sz="1800"/>
              <a:t>- Writes the current procedure’s stack frame to the console.</a:t>
            </a:r>
          </a:p>
          <a:p>
            <a:pPr eaLnBrk="1" hangingPunct="1">
              <a:lnSpc>
                <a:spcPct val="90000"/>
              </a:lnSpc>
              <a:spcBef>
                <a:spcPct val="50000"/>
              </a:spcBef>
              <a:buClrTx/>
              <a:buFontTx/>
              <a:buNone/>
            </a:pPr>
            <a:r>
              <a:rPr lang="en-US" altLang="en-US" sz="1800">
                <a:solidFill>
                  <a:schemeClr val="tx2"/>
                </a:solidFill>
              </a:rPr>
              <a:t>WriteStackFrameName </a:t>
            </a:r>
            <a:r>
              <a:rPr lang="en-US" altLang="en-US" sz="1800"/>
              <a:t>-</a:t>
            </a:r>
            <a:r>
              <a:rPr lang="en-US" altLang="en-US" sz="1800">
                <a:solidFill>
                  <a:schemeClr val="tx2"/>
                </a:solidFill>
              </a:rPr>
              <a:t> </a:t>
            </a:r>
            <a:r>
              <a:rPr lang="en-US" altLang="en-US" sz="1800"/>
              <a:t>Writes the current procedure’s name and stack frame to the console.</a:t>
            </a:r>
          </a:p>
          <a:p>
            <a:pPr eaLnBrk="1" hangingPunct="1">
              <a:lnSpc>
                <a:spcPct val="90000"/>
              </a:lnSpc>
              <a:spcBef>
                <a:spcPct val="50000"/>
              </a:spcBef>
              <a:buClrTx/>
              <a:buFontTx/>
              <a:buNone/>
            </a:pPr>
            <a:r>
              <a:rPr lang="en-US" altLang="en-US" sz="1800">
                <a:solidFill>
                  <a:schemeClr val="tx2"/>
                </a:solidFill>
              </a:rPr>
              <a:t>WriteString</a:t>
            </a:r>
            <a:r>
              <a:rPr lang="en-US" altLang="en-US" sz="1800"/>
              <a:t> - Writes null-terminated string to console window</a:t>
            </a:r>
          </a:p>
          <a:p>
            <a:pPr eaLnBrk="1" hangingPunct="1">
              <a:lnSpc>
                <a:spcPct val="90000"/>
              </a:lnSpc>
              <a:spcBef>
                <a:spcPct val="50000"/>
              </a:spcBef>
              <a:buClrTx/>
              <a:buFontTx/>
              <a:buNone/>
            </a:pPr>
            <a:r>
              <a:rPr lang="en-US" altLang="en-US" sz="1800">
                <a:solidFill>
                  <a:schemeClr val="tx2"/>
                </a:solidFill>
              </a:rPr>
              <a:t>WriteToFile </a:t>
            </a:r>
            <a:r>
              <a:rPr lang="en-US" altLang="en-US" sz="1800"/>
              <a:t>- Writes buffer to output file</a:t>
            </a:r>
            <a:endParaRPr lang="en-US" altLang="en-US" sz="1800">
              <a:solidFill>
                <a:schemeClr val="tx2"/>
              </a:solidFill>
            </a:endParaRPr>
          </a:p>
          <a:p>
            <a:pPr eaLnBrk="1" hangingPunct="1">
              <a:lnSpc>
                <a:spcPct val="90000"/>
              </a:lnSpc>
              <a:spcBef>
                <a:spcPct val="50000"/>
              </a:spcBef>
              <a:buClrTx/>
              <a:buFontTx/>
              <a:buNone/>
            </a:pPr>
            <a:r>
              <a:rPr lang="en-US" altLang="en-US" sz="1800">
                <a:solidFill>
                  <a:schemeClr val="tx2"/>
                </a:solidFill>
              </a:rPr>
              <a:t>WriteWindowsMsg </a:t>
            </a:r>
            <a:r>
              <a:rPr lang="en-US" altLang="en-US" sz="1800"/>
              <a:t>- Displays most recent error message generated by MS-Windows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a:extLst>
              <a:ext uri="{FF2B5EF4-FFF2-40B4-BE49-F238E27FC236}">
                <a16:creationId xmlns:a16="http://schemas.microsoft.com/office/drawing/2014/main" id="{E6F8B575-20EA-4364-B236-5221EA4B8D1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8371" name="Slide Number Placeholder 4">
            <a:extLst>
              <a:ext uri="{FF2B5EF4-FFF2-40B4-BE49-F238E27FC236}">
                <a16:creationId xmlns:a16="http://schemas.microsoft.com/office/drawing/2014/main" id="{409F9EDC-1F80-4AC4-A632-0CFD1078130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E6F381F-5BA5-4A38-B6DC-FDA380681B61}" type="slidenum">
              <a:rPr lang="en-US" altLang="en-US" sz="1600">
                <a:latin typeface="Times New Roman" panose="02020603050405020304" pitchFamily="18" charset="0"/>
              </a:rPr>
              <a:pPr eaLnBrk="1" hangingPunct="1">
                <a:spcBef>
                  <a:spcPct val="0"/>
                </a:spcBef>
                <a:buClrTx/>
                <a:buFontTx/>
                <a:buNone/>
              </a:pPr>
              <a:t>35</a:t>
            </a:fld>
            <a:endParaRPr lang="en-US" altLang="en-US" sz="1600">
              <a:latin typeface="Times New Roman" panose="02020603050405020304" pitchFamily="18" charset="0"/>
            </a:endParaRPr>
          </a:p>
        </p:txBody>
      </p:sp>
      <p:sp>
        <p:nvSpPr>
          <p:cNvPr id="148482" name="Rectangle 2">
            <a:extLst>
              <a:ext uri="{FF2B5EF4-FFF2-40B4-BE49-F238E27FC236}">
                <a16:creationId xmlns:a16="http://schemas.microsoft.com/office/drawing/2014/main" id="{6F32EB6F-E047-41F1-AAD7-F72BAD5E8692}"/>
              </a:ext>
            </a:extLst>
          </p:cNvPr>
          <p:cNvSpPr>
            <a:spLocks noGrp="1" noChangeArrowheads="1"/>
          </p:cNvSpPr>
          <p:nvPr>
            <p:ph type="title"/>
          </p:nvPr>
        </p:nvSpPr>
        <p:spPr/>
        <p:txBody>
          <a:bodyPr/>
          <a:lstStyle/>
          <a:p>
            <a:pPr eaLnBrk="1" hangingPunct="1">
              <a:defRPr/>
            </a:pPr>
            <a:r>
              <a:rPr lang="en-US" altLang="en-US"/>
              <a:t>Summary</a:t>
            </a:r>
          </a:p>
        </p:txBody>
      </p:sp>
      <p:sp>
        <p:nvSpPr>
          <p:cNvPr id="58373" name="Rectangle 3">
            <a:extLst>
              <a:ext uri="{FF2B5EF4-FFF2-40B4-BE49-F238E27FC236}">
                <a16:creationId xmlns:a16="http://schemas.microsoft.com/office/drawing/2014/main" id="{838F774D-185C-492C-B864-26B5091EFA11}"/>
              </a:ext>
            </a:extLst>
          </p:cNvPr>
          <p:cNvSpPr>
            <a:spLocks noGrp="1" noChangeArrowheads="1"/>
          </p:cNvSpPr>
          <p:nvPr>
            <p:ph type="body" idx="1"/>
          </p:nvPr>
        </p:nvSpPr>
        <p:spPr/>
        <p:txBody>
          <a:bodyPr/>
          <a:lstStyle/>
          <a:p>
            <a:pPr eaLnBrk="1" hangingPunct="1"/>
            <a:r>
              <a:rPr lang="en-US" altLang="en-US"/>
              <a:t>Procedure – named block of executable code</a:t>
            </a:r>
          </a:p>
          <a:p>
            <a:pPr eaLnBrk="1" hangingPunct="1"/>
            <a:r>
              <a:rPr lang="en-US" altLang="en-US"/>
              <a:t>Runtime stack – LIFO structure</a:t>
            </a:r>
          </a:p>
          <a:p>
            <a:pPr lvl="1" eaLnBrk="1" hangingPunct="1"/>
            <a:r>
              <a:rPr lang="en-US" altLang="en-US"/>
              <a:t>holds return addresses, parameters, local variables</a:t>
            </a:r>
          </a:p>
          <a:p>
            <a:pPr lvl="1" eaLnBrk="1" hangingPunct="1"/>
            <a:r>
              <a:rPr lang="en-US" altLang="en-US"/>
              <a:t>PUSH – add value to stack</a:t>
            </a:r>
          </a:p>
          <a:p>
            <a:pPr lvl="1" eaLnBrk="1" hangingPunct="1"/>
            <a:r>
              <a:rPr lang="en-US" altLang="en-US"/>
              <a:t>POP – remove value from stack</a:t>
            </a:r>
          </a:p>
          <a:p>
            <a:pPr eaLnBrk="1" hangingPunct="1"/>
            <a:r>
              <a:rPr lang="en-US" altLang="en-US"/>
              <a:t>Use the Irvine32 library for all standard I/O and data conversion</a:t>
            </a:r>
          </a:p>
          <a:p>
            <a:pPr lvl="1" eaLnBrk="1" hangingPunct="1"/>
            <a:r>
              <a:rPr lang="en-US" altLang="en-US"/>
              <a:t>Want to learn more? Study the library source code in the </a:t>
            </a:r>
            <a:r>
              <a:rPr lang="en-US" altLang="en-US">
                <a:hlinkClick r:id="rId2" action="ppaction://hlinkfile"/>
              </a:rPr>
              <a:t>c:\Irvine\Examples\Lib32</a:t>
            </a:r>
            <a:r>
              <a:rPr lang="en-US" altLang="en-US"/>
              <a:t> folder</a:t>
            </a:r>
          </a:p>
          <a:p>
            <a:pPr eaLnBrk="1" hangingPunct="1"/>
            <a:endParaRPr lang="en-US" altLang="en-US"/>
          </a:p>
          <a:p>
            <a:pPr eaLnBrk="1" hangingPunct="1"/>
            <a:endParaRPr lang="en-US" altLang="en-US"/>
          </a:p>
        </p:txBody>
      </p:sp>
    </p:spTree>
  </p:cSld>
  <p:clrMapOvr>
    <a:masterClrMapping/>
  </p:clrMapOvr>
</p:sld>
</file>

<file path=ppt/theme/theme1.xml><?xml version="1.0" encoding="utf-8"?>
<a:theme xmlns:a="http://schemas.openxmlformats.org/drawingml/2006/main" name="Soaring">
  <a:themeElements>
    <a:clrScheme name="">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ECFE02"/>
      </a:hlink>
      <a:folHlink>
        <a:srgbClr val="FFFF00"/>
      </a:folHlink>
    </a:clrScheme>
    <a:fontScheme name="Soarin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137160" rIns="91440" bIns="13716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137160" rIns="91440" bIns="13716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100" b="0" i="0" u="none" strike="noStrike" cap="none" normalizeH="0" baseline="0" smtClean="0">
            <a:ln>
              <a:noFill/>
            </a:ln>
            <a:solidFill>
              <a:schemeClr val="tx1"/>
            </a:solidFill>
            <a:effectLst/>
            <a:latin typeface="Arial" charset="0"/>
          </a:defRPr>
        </a:defPPr>
      </a:lstStyle>
    </a:lnDef>
  </a:objectDefaults>
  <a:extraClrSchemeLst>
    <a:extraClrScheme>
      <a:clrScheme name="Soaring 1">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4">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D:\ProgramFiles2000\Microsoft Office\Templates\Presentation Designs\Soaring.pot</Template>
  <TotalTime>2584</TotalTime>
  <Words>3353</Words>
  <Application>Microsoft Office PowerPoint</Application>
  <PresentationFormat>On-screen Show (4:3)</PresentationFormat>
  <Paragraphs>566</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Soaring</vt:lpstr>
      <vt:lpstr>Assembly Language for x86 Processors 7th Edition  </vt:lpstr>
      <vt:lpstr>Chapter Overview</vt:lpstr>
      <vt:lpstr>Stack Operations</vt:lpstr>
      <vt:lpstr>Runtime Stack</vt:lpstr>
      <vt:lpstr>Runtime Stack</vt:lpstr>
      <vt:lpstr>PUSH Operation (1 of 2)</vt:lpstr>
      <vt:lpstr>PUSH Operation (2 of 2)</vt:lpstr>
      <vt:lpstr>POP Operation</vt:lpstr>
      <vt:lpstr>PUSH and POP Instructions</vt:lpstr>
      <vt:lpstr>Using PUSH and POP</vt:lpstr>
      <vt:lpstr>What's Next</vt:lpstr>
      <vt:lpstr>Defining and Using Procedures</vt:lpstr>
      <vt:lpstr>Creating Procedures</vt:lpstr>
      <vt:lpstr>CALL and RET Instructions</vt:lpstr>
      <vt:lpstr>CALL-RET Example (1 of 2)</vt:lpstr>
      <vt:lpstr>CALL-RET Example (2 of 2)</vt:lpstr>
      <vt:lpstr>Nested Procedure Calls</vt:lpstr>
      <vt:lpstr>Local and Global Labels</vt:lpstr>
      <vt:lpstr>Procedure Parameters (1 of 3)</vt:lpstr>
      <vt:lpstr>Procedure Parameters (2 of 3)</vt:lpstr>
      <vt:lpstr>Procedure Parameters (3 of 3)</vt:lpstr>
      <vt:lpstr>USES Operator</vt:lpstr>
      <vt:lpstr>When not to push a register</vt:lpstr>
      <vt:lpstr>What's Next</vt:lpstr>
      <vt:lpstr>Linking to an External Library</vt:lpstr>
      <vt:lpstr>What is a Link Library?</vt:lpstr>
      <vt:lpstr>How The Linker Works</vt:lpstr>
      <vt:lpstr>What's Next</vt:lpstr>
      <vt:lpstr>Calling Irvine32 Library Procedures</vt:lpstr>
      <vt:lpstr>Library Procedures - Overview (1 of 4)</vt:lpstr>
      <vt:lpstr>Library Procedures - Overview (2 of 4)</vt:lpstr>
      <vt:lpstr>Library Procedures - Overview (3 of 4)</vt:lpstr>
      <vt:lpstr>Library Procedures - Overview (4 of 4)</vt:lpstr>
      <vt:lpstr>Library Procedures - Overview (5 of 4)</vt:lpstr>
      <vt:lpstr>Summary</vt:lpstr>
    </vt:vector>
  </TitlesOfParts>
  <Company>Prentice-Hall Publishing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subject>Procedures</dc:subject>
  <dc:creator>Kip Irvine</dc:creator>
  <cp:lastModifiedBy>Snyder, Carole</cp:lastModifiedBy>
  <cp:revision>606</cp:revision>
  <cp:lastPrinted>1601-01-01T00:00:00Z</cp:lastPrinted>
  <dcterms:created xsi:type="dcterms:W3CDTF">2002-05-30T02:31:33Z</dcterms:created>
  <dcterms:modified xsi:type="dcterms:W3CDTF">2020-04-05T04:31:46Z</dcterms:modified>
</cp:coreProperties>
</file>