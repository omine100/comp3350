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5.xml" ContentType="application/vnd.openxmlformats-officedocument.presentationml.notesSlide+xml"/>
  <Override PartName="/ppt/ink/ink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40"/>
  </p:notesMasterIdLst>
  <p:handoutMasterIdLst>
    <p:handoutMasterId r:id="rId41"/>
  </p:handoutMasterIdLst>
  <p:sldIdLst>
    <p:sldId id="256" r:id="rId2"/>
    <p:sldId id="261" r:id="rId3"/>
    <p:sldId id="303" r:id="rId4"/>
    <p:sldId id="264" r:id="rId5"/>
    <p:sldId id="265" r:id="rId6"/>
    <p:sldId id="266" r:id="rId7"/>
    <p:sldId id="267" r:id="rId8"/>
    <p:sldId id="268" r:id="rId9"/>
    <p:sldId id="343" r:id="rId10"/>
    <p:sldId id="344" r:id="rId11"/>
    <p:sldId id="277" r:id="rId12"/>
    <p:sldId id="278" r:id="rId13"/>
    <p:sldId id="337" r:id="rId14"/>
    <p:sldId id="304" r:id="rId15"/>
    <p:sldId id="330" r:id="rId16"/>
    <p:sldId id="281" r:id="rId17"/>
    <p:sldId id="282" r:id="rId18"/>
    <p:sldId id="283" r:id="rId19"/>
    <p:sldId id="284" r:id="rId20"/>
    <p:sldId id="291" r:id="rId21"/>
    <p:sldId id="269" r:id="rId22"/>
    <p:sldId id="348" r:id="rId23"/>
    <p:sldId id="292" r:id="rId24"/>
    <p:sldId id="338" r:id="rId25"/>
    <p:sldId id="305" r:id="rId26"/>
    <p:sldId id="293" r:id="rId27"/>
    <p:sldId id="306" r:id="rId28"/>
    <p:sldId id="294" r:id="rId29"/>
    <p:sldId id="339" r:id="rId30"/>
    <p:sldId id="313" r:id="rId31"/>
    <p:sldId id="353" r:id="rId32"/>
    <p:sldId id="349" r:id="rId33"/>
    <p:sldId id="350" r:id="rId34"/>
    <p:sldId id="351" r:id="rId35"/>
    <p:sldId id="270" r:id="rId36"/>
    <p:sldId id="314" r:id="rId37"/>
    <p:sldId id="345" r:id="rId38"/>
    <p:sldId id="342" r:id="rId39"/>
  </p:sldIdLst>
  <p:sldSz cx="9144000" cy="6858000" type="screen4x3"/>
  <p:notesSz cx="7315200" cy="9601200"/>
  <p:defaultTextStyle>
    <a:defPPr>
      <a:defRPr lang="en-US"/>
    </a:defPPr>
    <a:lvl1pPr algn="l" rtl="0" eaLnBrk="0" fontAlgn="base" hangingPunct="0">
      <a:spcBef>
        <a:spcPct val="0"/>
      </a:spcBef>
      <a:spcAft>
        <a:spcPct val="0"/>
      </a:spcAft>
      <a:defRPr sz="21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1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1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1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100" kern="1200">
        <a:solidFill>
          <a:schemeClr val="tx1"/>
        </a:solidFill>
        <a:latin typeface="Arial" panose="020B0604020202020204" pitchFamily="34" charset="0"/>
        <a:ea typeface="+mn-ea"/>
        <a:cs typeface="+mn-cs"/>
      </a:defRPr>
    </a:lvl5pPr>
    <a:lvl6pPr marL="2286000" algn="l" defTabSz="914400" rtl="0" eaLnBrk="1" latinLnBrk="0" hangingPunct="1">
      <a:defRPr sz="2100" kern="1200">
        <a:solidFill>
          <a:schemeClr val="tx1"/>
        </a:solidFill>
        <a:latin typeface="Arial" panose="020B0604020202020204" pitchFamily="34" charset="0"/>
        <a:ea typeface="+mn-ea"/>
        <a:cs typeface="+mn-cs"/>
      </a:defRPr>
    </a:lvl6pPr>
    <a:lvl7pPr marL="2743200" algn="l" defTabSz="914400" rtl="0" eaLnBrk="1" latinLnBrk="0" hangingPunct="1">
      <a:defRPr sz="2100" kern="1200">
        <a:solidFill>
          <a:schemeClr val="tx1"/>
        </a:solidFill>
        <a:latin typeface="Arial" panose="020B0604020202020204" pitchFamily="34" charset="0"/>
        <a:ea typeface="+mn-ea"/>
        <a:cs typeface="+mn-cs"/>
      </a:defRPr>
    </a:lvl7pPr>
    <a:lvl8pPr marL="3200400" algn="l" defTabSz="914400" rtl="0" eaLnBrk="1" latinLnBrk="0" hangingPunct="1">
      <a:defRPr sz="2100" kern="1200">
        <a:solidFill>
          <a:schemeClr val="tx1"/>
        </a:solidFill>
        <a:latin typeface="Arial" panose="020B0604020202020204" pitchFamily="34" charset="0"/>
        <a:ea typeface="+mn-ea"/>
        <a:cs typeface="+mn-cs"/>
      </a:defRPr>
    </a:lvl8pPr>
    <a:lvl9pPr marL="3657600" algn="l" defTabSz="914400" rtl="0" eaLnBrk="1" latinLnBrk="0" hangingPunct="1">
      <a:defRPr sz="21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EC5719-29A2-352F-1AFB-CAAD52CAD588}" v="51" dt="2020-04-05T04:40:22.4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31" autoAdjust="0"/>
    <p:restoredTop sz="79456"/>
  </p:normalViewPr>
  <p:slideViewPr>
    <p:cSldViewPr>
      <p:cViewPr varScale="1">
        <p:scale>
          <a:sx n="99" d="100"/>
          <a:sy n="99" d="100"/>
        </p:scale>
        <p:origin x="2016"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Browning" userId="S::mrb0094@auburn.edu::e751dd8a-2d39-4444-b55c-b42b2da651e2" providerId="AD" clId="Web-{B4EC5719-29A2-352F-1AFB-CAAD52CAD588}"/>
    <pc:docChg chg="delSld sldOrd">
      <pc:chgData name="Matthew Browning" userId="S::mrb0094@auburn.edu::e751dd8a-2d39-4444-b55c-b42b2da651e2" providerId="AD" clId="Web-{B4EC5719-29A2-352F-1AFB-CAAD52CAD588}" dt="2020-04-05T04:40:22.454" v="50"/>
      <pc:docMkLst>
        <pc:docMk/>
      </pc:docMkLst>
      <pc:sldChg chg="del">
        <pc:chgData name="Matthew Browning" userId="S::mrb0094@auburn.edu::e751dd8a-2d39-4444-b55c-b42b2da651e2" providerId="AD" clId="Web-{B4EC5719-29A2-352F-1AFB-CAAD52CAD588}" dt="2020-04-05T04:35:17.639" v="1"/>
        <pc:sldMkLst>
          <pc:docMk/>
          <pc:sldMk cId="0" sldId="262"/>
        </pc:sldMkLst>
      </pc:sldChg>
      <pc:sldChg chg="del">
        <pc:chgData name="Matthew Browning" userId="S::mrb0094@auburn.edu::e751dd8a-2d39-4444-b55c-b42b2da651e2" providerId="AD" clId="Web-{B4EC5719-29A2-352F-1AFB-CAAD52CAD588}" dt="2020-04-05T04:39:57.188" v="41"/>
        <pc:sldMkLst>
          <pc:docMk/>
          <pc:sldMk cId="0" sldId="263"/>
        </pc:sldMkLst>
      </pc:sldChg>
      <pc:sldChg chg="del">
        <pc:chgData name="Matthew Browning" userId="S::mrb0094@auburn.edu::e751dd8a-2d39-4444-b55c-b42b2da651e2" providerId="AD" clId="Web-{B4EC5719-29A2-352F-1AFB-CAAD52CAD588}" dt="2020-04-05T04:39:14.109" v="34"/>
        <pc:sldMkLst>
          <pc:docMk/>
          <pc:sldMk cId="0" sldId="271"/>
        </pc:sldMkLst>
      </pc:sldChg>
      <pc:sldChg chg="del">
        <pc:chgData name="Matthew Browning" userId="S::mrb0094@auburn.edu::e751dd8a-2d39-4444-b55c-b42b2da651e2" providerId="AD" clId="Web-{B4EC5719-29A2-352F-1AFB-CAAD52CAD588}" dt="2020-04-05T04:35:22.201" v="2"/>
        <pc:sldMkLst>
          <pc:docMk/>
          <pc:sldMk cId="0" sldId="273"/>
        </pc:sldMkLst>
      </pc:sldChg>
      <pc:sldChg chg="del">
        <pc:chgData name="Matthew Browning" userId="S::mrb0094@auburn.edu::e751dd8a-2d39-4444-b55c-b42b2da651e2" providerId="AD" clId="Web-{B4EC5719-29A2-352F-1AFB-CAAD52CAD588}" dt="2020-04-05T04:35:24.233" v="3"/>
        <pc:sldMkLst>
          <pc:docMk/>
          <pc:sldMk cId="0" sldId="274"/>
        </pc:sldMkLst>
      </pc:sldChg>
      <pc:sldChg chg="del">
        <pc:chgData name="Matthew Browning" userId="S::mrb0094@auburn.edu::e751dd8a-2d39-4444-b55c-b42b2da651e2" providerId="AD" clId="Web-{B4EC5719-29A2-352F-1AFB-CAAD52CAD588}" dt="2020-04-05T04:35:26.045" v="4"/>
        <pc:sldMkLst>
          <pc:docMk/>
          <pc:sldMk cId="0" sldId="275"/>
        </pc:sldMkLst>
      </pc:sldChg>
      <pc:sldChg chg="del">
        <pc:chgData name="Matthew Browning" userId="S::mrb0094@auburn.edu::e751dd8a-2d39-4444-b55c-b42b2da651e2" providerId="AD" clId="Web-{B4EC5719-29A2-352F-1AFB-CAAD52CAD588}" dt="2020-04-05T04:35:28.186" v="5"/>
        <pc:sldMkLst>
          <pc:docMk/>
          <pc:sldMk cId="0" sldId="276"/>
        </pc:sldMkLst>
      </pc:sldChg>
      <pc:sldChg chg="del">
        <pc:chgData name="Matthew Browning" userId="S::mrb0094@auburn.edu::e751dd8a-2d39-4444-b55c-b42b2da651e2" providerId="AD" clId="Web-{B4EC5719-29A2-352F-1AFB-CAAD52CAD588}" dt="2020-04-05T04:35:36.155" v="6"/>
        <pc:sldMkLst>
          <pc:docMk/>
          <pc:sldMk cId="0" sldId="279"/>
        </pc:sldMkLst>
      </pc:sldChg>
      <pc:sldChg chg="del">
        <pc:chgData name="Matthew Browning" userId="S::mrb0094@auburn.edu::e751dd8a-2d39-4444-b55c-b42b2da651e2" providerId="AD" clId="Web-{B4EC5719-29A2-352F-1AFB-CAAD52CAD588}" dt="2020-04-05T04:35:41.264" v="7"/>
        <pc:sldMkLst>
          <pc:docMk/>
          <pc:sldMk cId="0" sldId="280"/>
        </pc:sldMkLst>
      </pc:sldChg>
      <pc:sldChg chg="del">
        <pc:chgData name="Matthew Browning" userId="S::mrb0094@auburn.edu::e751dd8a-2d39-4444-b55c-b42b2da651e2" providerId="AD" clId="Web-{B4EC5719-29A2-352F-1AFB-CAAD52CAD588}" dt="2020-04-05T04:37:03.999" v="9"/>
        <pc:sldMkLst>
          <pc:docMk/>
          <pc:sldMk cId="0" sldId="285"/>
        </pc:sldMkLst>
      </pc:sldChg>
      <pc:sldChg chg="del">
        <pc:chgData name="Matthew Browning" userId="S::mrb0094@auburn.edu::e751dd8a-2d39-4444-b55c-b42b2da651e2" providerId="AD" clId="Web-{B4EC5719-29A2-352F-1AFB-CAAD52CAD588}" dt="2020-04-05T04:37:07.171" v="10"/>
        <pc:sldMkLst>
          <pc:docMk/>
          <pc:sldMk cId="0" sldId="286"/>
        </pc:sldMkLst>
      </pc:sldChg>
      <pc:sldChg chg="del">
        <pc:chgData name="Matthew Browning" userId="S::mrb0094@auburn.edu::e751dd8a-2d39-4444-b55c-b42b2da651e2" providerId="AD" clId="Web-{B4EC5719-29A2-352F-1AFB-CAAD52CAD588}" dt="2020-04-05T04:37:08.437" v="11"/>
        <pc:sldMkLst>
          <pc:docMk/>
          <pc:sldMk cId="0" sldId="287"/>
        </pc:sldMkLst>
      </pc:sldChg>
      <pc:sldChg chg="del">
        <pc:chgData name="Matthew Browning" userId="S::mrb0094@auburn.edu::e751dd8a-2d39-4444-b55c-b42b2da651e2" providerId="AD" clId="Web-{B4EC5719-29A2-352F-1AFB-CAAD52CAD588}" dt="2020-04-05T04:37:10.437" v="12"/>
        <pc:sldMkLst>
          <pc:docMk/>
          <pc:sldMk cId="0" sldId="288"/>
        </pc:sldMkLst>
      </pc:sldChg>
      <pc:sldChg chg="del">
        <pc:chgData name="Matthew Browning" userId="S::mrb0094@auburn.edu::e751dd8a-2d39-4444-b55c-b42b2da651e2" providerId="AD" clId="Web-{B4EC5719-29A2-352F-1AFB-CAAD52CAD588}" dt="2020-04-05T04:37:12.046" v="13"/>
        <pc:sldMkLst>
          <pc:docMk/>
          <pc:sldMk cId="0" sldId="289"/>
        </pc:sldMkLst>
      </pc:sldChg>
      <pc:sldChg chg="del">
        <pc:chgData name="Matthew Browning" userId="S::mrb0094@auburn.edu::e751dd8a-2d39-4444-b55c-b42b2da651e2" providerId="AD" clId="Web-{B4EC5719-29A2-352F-1AFB-CAAD52CAD588}" dt="2020-04-05T04:37:14.093" v="14"/>
        <pc:sldMkLst>
          <pc:docMk/>
          <pc:sldMk cId="0" sldId="290"/>
        </pc:sldMkLst>
      </pc:sldChg>
      <pc:sldChg chg="del">
        <pc:chgData name="Matthew Browning" userId="S::mrb0094@auburn.edu::e751dd8a-2d39-4444-b55c-b42b2da651e2" providerId="AD" clId="Web-{B4EC5719-29A2-352F-1AFB-CAAD52CAD588}" dt="2020-04-05T04:38:08.031" v="18"/>
        <pc:sldMkLst>
          <pc:docMk/>
          <pc:sldMk cId="0" sldId="295"/>
        </pc:sldMkLst>
      </pc:sldChg>
      <pc:sldChg chg="del">
        <pc:chgData name="Matthew Browning" userId="S::mrb0094@auburn.edu::e751dd8a-2d39-4444-b55c-b42b2da651e2" providerId="AD" clId="Web-{B4EC5719-29A2-352F-1AFB-CAAD52CAD588}" dt="2020-04-05T04:38:09.484" v="19"/>
        <pc:sldMkLst>
          <pc:docMk/>
          <pc:sldMk cId="0" sldId="296"/>
        </pc:sldMkLst>
      </pc:sldChg>
      <pc:sldChg chg="del">
        <pc:chgData name="Matthew Browning" userId="S::mrb0094@auburn.edu::e751dd8a-2d39-4444-b55c-b42b2da651e2" providerId="AD" clId="Web-{B4EC5719-29A2-352F-1AFB-CAAD52CAD588}" dt="2020-04-05T04:38:11.421" v="20"/>
        <pc:sldMkLst>
          <pc:docMk/>
          <pc:sldMk cId="0" sldId="297"/>
        </pc:sldMkLst>
      </pc:sldChg>
      <pc:sldChg chg="del">
        <pc:chgData name="Matthew Browning" userId="S::mrb0094@auburn.edu::e751dd8a-2d39-4444-b55c-b42b2da651e2" providerId="AD" clId="Web-{B4EC5719-29A2-352F-1AFB-CAAD52CAD588}" dt="2020-04-05T04:38:16.578" v="21"/>
        <pc:sldMkLst>
          <pc:docMk/>
          <pc:sldMk cId="0" sldId="298"/>
        </pc:sldMkLst>
      </pc:sldChg>
      <pc:sldChg chg="del">
        <pc:chgData name="Matthew Browning" userId="S::mrb0094@auburn.edu::e751dd8a-2d39-4444-b55c-b42b2da651e2" providerId="AD" clId="Web-{B4EC5719-29A2-352F-1AFB-CAAD52CAD588}" dt="2020-04-05T04:38:18.343" v="22"/>
        <pc:sldMkLst>
          <pc:docMk/>
          <pc:sldMk cId="0" sldId="299"/>
        </pc:sldMkLst>
      </pc:sldChg>
      <pc:sldChg chg="del">
        <pc:chgData name="Matthew Browning" userId="S::mrb0094@auburn.edu::e751dd8a-2d39-4444-b55c-b42b2da651e2" providerId="AD" clId="Web-{B4EC5719-29A2-352F-1AFB-CAAD52CAD588}" dt="2020-04-05T04:38:20.046" v="23"/>
        <pc:sldMkLst>
          <pc:docMk/>
          <pc:sldMk cId="0" sldId="300"/>
        </pc:sldMkLst>
      </pc:sldChg>
      <pc:sldChg chg="del">
        <pc:chgData name="Matthew Browning" userId="S::mrb0094@auburn.edu::e751dd8a-2d39-4444-b55c-b42b2da651e2" providerId="AD" clId="Web-{B4EC5719-29A2-352F-1AFB-CAAD52CAD588}" dt="2020-04-05T04:38:22.125" v="24"/>
        <pc:sldMkLst>
          <pc:docMk/>
          <pc:sldMk cId="0" sldId="301"/>
        </pc:sldMkLst>
      </pc:sldChg>
      <pc:sldChg chg="del">
        <pc:chgData name="Matthew Browning" userId="S::mrb0094@auburn.edu::e751dd8a-2d39-4444-b55c-b42b2da651e2" providerId="AD" clId="Web-{B4EC5719-29A2-352F-1AFB-CAAD52CAD588}" dt="2020-04-05T04:37:53.874" v="15"/>
        <pc:sldMkLst>
          <pc:docMk/>
          <pc:sldMk cId="0" sldId="307"/>
        </pc:sldMkLst>
      </pc:sldChg>
      <pc:sldChg chg="del">
        <pc:chgData name="Matthew Browning" userId="S::mrb0094@auburn.edu::e751dd8a-2d39-4444-b55c-b42b2da651e2" providerId="AD" clId="Web-{B4EC5719-29A2-352F-1AFB-CAAD52CAD588}" dt="2020-04-05T04:37:55.968" v="16"/>
        <pc:sldMkLst>
          <pc:docMk/>
          <pc:sldMk cId="0" sldId="308"/>
        </pc:sldMkLst>
      </pc:sldChg>
      <pc:sldChg chg="del">
        <pc:chgData name="Matthew Browning" userId="S::mrb0094@auburn.edu::e751dd8a-2d39-4444-b55c-b42b2da651e2" providerId="AD" clId="Web-{B4EC5719-29A2-352F-1AFB-CAAD52CAD588}" dt="2020-04-05T04:38:24" v="25"/>
        <pc:sldMkLst>
          <pc:docMk/>
          <pc:sldMk cId="0" sldId="309"/>
        </pc:sldMkLst>
      </pc:sldChg>
      <pc:sldChg chg="del">
        <pc:chgData name="Matthew Browning" userId="S::mrb0094@auburn.edu::e751dd8a-2d39-4444-b55c-b42b2da651e2" providerId="AD" clId="Web-{B4EC5719-29A2-352F-1AFB-CAAD52CAD588}" dt="2020-04-05T04:38:25.562" v="26"/>
        <pc:sldMkLst>
          <pc:docMk/>
          <pc:sldMk cId="0" sldId="310"/>
        </pc:sldMkLst>
      </pc:sldChg>
      <pc:sldChg chg="del">
        <pc:chgData name="Matthew Browning" userId="S::mrb0094@auburn.edu::e751dd8a-2d39-4444-b55c-b42b2da651e2" providerId="AD" clId="Web-{B4EC5719-29A2-352F-1AFB-CAAD52CAD588}" dt="2020-04-05T04:38:33.531" v="27"/>
        <pc:sldMkLst>
          <pc:docMk/>
          <pc:sldMk cId="0" sldId="311"/>
        </pc:sldMkLst>
      </pc:sldChg>
      <pc:sldChg chg="del">
        <pc:chgData name="Matthew Browning" userId="S::mrb0094@auburn.edu::e751dd8a-2d39-4444-b55c-b42b2da651e2" providerId="AD" clId="Web-{B4EC5719-29A2-352F-1AFB-CAAD52CAD588}" dt="2020-04-05T04:38:34.719" v="28"/>
        <pc:sldMkLst>
          <pc:docMk/>
          <pc:sldMk cId="0" sldId="312"/>
        </pc:sldMkLst>
      </pc:sldChg>
      <pc:sldChg chg="ord">
        <pc:chgData name="Matthew Browning" userId="S::mrb0094@auburn.edu::e751dd8a-2d39-4444-b55c-b42b2da651e2" providerId="AD" clId="Web-{B4EC5719-29A2-352F-1AFB-CAAD52CAD588}" dt="2020-04-05T04:40:22.454" v="50"/>
        <pc:sldMkLst>
          <pc:docMk/>
          <pc:sldMk cId="0" sldId="314"/>
        </pc:sldMkLst>
      </pc:sldChg>
      <pc:sldChg chg="del">
        <pc:chgData name="Matthew Browning" userId="S::mrb0094@auburn.edu::e751dd8a-2d39-4444-b55c-b42b2da651e2" providerId="AD" clId="Web-{B4EC5719-29A2-352F-1AFB-CAAD52CAD588}" dt="2020-04-05T04:39:02.172" v="29"/>
        <pc:sldMkLst>
          <pc:docMk/>
          <pc:sldMk cId="0" sldId="315"/>
        </pc:sldMkLst>
      </pc:sldChg>
      <pc:sldChg chg="del">
        <pc:chgData name="Matthew Browning" userId="S::mrb0094@auburn.edu::e751dd8a-2d39-4444-b55c-b42b2da651e2" providerId="AD" clId="Web-{B4EC5719-29A2-352F-1AFB-CAAD52CAD588}" dt="2020-04-05T04:39:08.906" v="32"/>
        <pc:sldMkLst>
          <pc:docMk/>
          <pc:sldMk cId="0" sldId="316"/>
        </pc:sldMkLst>
      </pc:sldChg>
      <pc:sldChg chg="del">
        <pc:chgData name="Matthew Browning" userId="S::mrb0094@auburn.edu::e751dd8a-2d39-4444-b55c-b42b2da651e2" providerId="AD" clId="Web-{B4EC5719-29A2-352F-1AFB-CAAD52CAD588}" dt="2020-04-05T04:39:06.500" v="31"/>
        <pc:sldMkLst>
          <pc:docMk/>
          <pc:sldMk cId="0" sldId="317"/>
        </pc:sldMkLst>
      </pc:sldChg>
      <pc:sldChg chg="del">
        <pc:chgData name="Matthew Browning" userId="S::mrb0094@auburn.edu::e751dd8a-2d39-4444-b55c-b42b2da651e2" providerId="AD" clId="Web-{B4EC5719-29A2-352F-1AFB-CAAD52CAD588}" dt="2020-04-05T04:39:33.641" v="40"/>
        <pc:sldMkLst>
          <pc:docMk/>
          <pc:sldMk cId="0" sldId="318"/>
        </pc:sldMkLst>
      </pc:sldChg>
      <pc:sldChg chg="del">
        <pc:chgData name="Matthew Browning" userId="S::mrb0094@auburn.edu::e751dd8a-2d39-4444-b55c-b42b2da651e2" providerId="AD" clId="Web-{B4EC5719-29A2-352F-1AFB-CAAD52CAD588}" dt="2020-04-05T04:39:18.219" v="36"/>
        <pc:sldMkLst>
          <pc:docMk/>
          <pc:sldMk cId="0" sldId="319"/>
        </pc:sldMkLst>
      </pc:sldChg>
      <pc:sldChg chg="del">
        <pc:chgData name="Matthew Browning" userId="S::mrb0094@auburn.edu::e751dd8a-2d39-4444-b55c-b42b2da651e2" providerId="AD" clId="Web-{B4EC5719-29A2-352F-1AFB-CAAD52CAD588}" dt="2020-04-05T04:39:19.984" v="37"/>
        <pc:sldMkLst>
          <pc:docMk/>
          <pc:sldMk cId="0" sldId="320"/>
        </pc:sldMkLst>
      </pc:sldChg>
      <pc:sldChg chg="del">
        <pc:chgData name="Matthew Browning" userId="S::mrb0094@auburn.edu::e751dd8a-2d39-4444-b55c-b42b2da651e2" providerId="AD" clId="Web-{B4EC5719-29A2-352F-1AFB-CAAD52CAD588}" dt="2020-04-05T04:39:10.625" v="33"/>
        <pc:sldMkLst>
          <pc:docMk/>
          <pc:sldMk cId="0" sldId="321"/>
        </pc:sldMkLst>
      </pc:sldChg>
      <pc:sldChg chg="del">
        <pc:chgData name="Matthew Browning" userId="S::mrb0094@auburn.edu::e751dd8a-2d39-4444-b55c-b42b2da651e2" providerId="AD" clId="Web-{B4EC5719-29A2-352F-1AFB-CAAD52CAD588}" dt="2020-04-05T04:40:16.063" v="47"/>
        <pc:sldMkLst>
          <pc:docMk/>
          <pc:sldMk cId="0" sldId="322"/>
        </pc:sldMkLst>
      </pc:sldChg>
      <pc:sldChg chg="del">
        <pc:chgData name="Matthew Browning" userId="S::mrb0094@auburn.edu::e751dd8a-2d39-4444-b55c-b42b2da651e2" providerId="AD" clId="Web-{B4EC5719-29A2-352F-1AFB-CAAD52CAD588}" dt="2020-04-05T04:40:18.533" v="48"/>
        <pc:sldMkLst>
          <pc:docMk/>
          <pc:sldMk cId="0" sldId="323"/>
        </pc:sldMkLst>
      </pc:sldChg>
      <pc:sldChg chg="del">
        <pc:chgData name="Matthew Browning" userId="S::mrb0094@auburn.edu::e751dd8a-2d39-4444-b55c-b42b2da651e2" providerId="AD" clId="Web-{B4EC5719-29A2-352F-1AFB-CAAD52CAD588}" dt="2020-04-05T04:40:04.547" v="43"/>
        <pc:sldMkLst>
          <pc:docMk/>
          <pc:sldMk cId="0" sldId="324"/>
        </pc:sldMkLst>
      </pc:sldChg>
      <pc:sldChg chg="del">
        <pc:chgData name="Matthew Browning" userId="S::mrb0094@auburn.edu::e751dd8a-2d39-4444-b55c-b42b2da651e2" providerId="AD" clId="Web-{B4EC5719-29A2-352F-1AFB-CAAD52CAD588}" dt="2020-04-05T04:40:14.516" v="46"/>
        <pc:sldMkLst>
          <pc:docMk/>
          <pc:sldMk cId="0" sldId="325"/>
        </pc:sldMkLst>
      </pc:sldChg>
      <pc:sldChg chg="del">
        <pc:chgData name="Matthew Browning" userId="S::mrb0094@auburn.edu::e751dd8a-2d39-4444-b55c-b42b2da651e2" providerId="AD" clId="Web-{B4EC5719-29A2-352F-1AFB-CAAD52CAD588}" dt="2020-04-05T04:40:01.063" v="42"/>
        <pc:sldMkLst>
          <pc:docMk/>
          <pc:sldMk cId="0" sldId="329"/>
        </pc:sldMkLst>
      </pc:sldChg>
      <pc:sldChg chg="del">
        <pc:chgData name="Matthew Browning" userId="S::mrb0094@auburn.edu::e751dd8a-2d39-4444-b55c-b42b2da651e2" providerId="AD" clId="Web-{B4EC5719-29A2-352F-1AFB-CAAD52CAD588}" dt="2020-04-05T04:38:05.781" v="17"/>
        <pc:sldMkLst>
          <pc:docMk/>
          <pc:sldMk cId="0" sldId="331"/>
        </pc:sldMkLst>
      </pc:sldChg>
      <pc:sldChg chg="del">
        <pc:chgData name="Matthew Browning" userId="S::mrb0094@auburn.edu::e751dd8a-2d39-4444-b55c-b42b2da651e2" providerId="AD" clId="Web-{B4EC5719-29A2-352F-1AFB-CAAD52CAD588}" dt="2020-04-05T04:39:31.485" v="39"/>
        <pc:sldMkLst>
          <pc:docMk/>
          <pc:sldMk cId="0" sldId="332"/>
        </pc:sldMkLst>
      </pc:sldChg>
      <pc:sldChg chg="del">
        <pc:chgData name="Matthew Browning" userId="S::mrb0094@auburn.edu::e751dd8a-2d39-4444-b55c-b42b2da651e2" providerId="AD" clId="Web-{B4EC5719-29A2-352F-1AFB-CAAD52CAD588}" dt="2020-04-05T04:40:11.188" v="45"/>
        <pc:sldMkLst>
          <pc:docMk/>
          <pc:sldMk cId="0" sldId="333"/>
        </pc:sldMkLst>
      </pc:sldChg>
      <pc:sldChg chg="del">
        <pc:chgData name="Matthew Browning" userId="S::mrb0094@auburn.edu::e751dd8a-2d39-4444-b55c-b42b2da651e2" providerId="AD" clId="Web-{B4EC5719-29A2-352F-1AFB-CAAD52CAD588}" dt="2020-04-05T04:40:08.797" v="44"/>
        <pc:sldMkLst>
          <pc:docMk/>
          <pc:sldMk cId="0" sldId="334"/>
        </pc:sldMkLst>
      </pc:sldChg>
      <pc:sldChg chg="del">
        <pc:chgData name="Matthew Browning" userId="S::mrb0094@auburn.edu::e751dd8a-2d39-4444-b55c-b42b2da651e2" providerId="AD" clId="Web-{B4EC5719-29A2-352F-1AFB-CAAD52CAD588}" dt="2020-04-05T04:39:16.406" v="35"/>
        <pc:sldMkLst>
          <pc:docMk/>
          <pc:sldMk cId="0" sldId="335"/>
        </pc:sldMkLst>
      </pc:sldChg>
      <pc:sldChg chg="del">
        <pc:chgData name="Matthew Browning" userId="S::mrb0094@auburn.edu::e751dd8a-2d39-4444-b55c-b42b2da651e2" providerId="AD" clId="Web-{B4EC5719-29A2-352F-1AFB-CAAD52CAD588}" dt="2020-04-05T04:36:54.546" v="8"/>
        <pc:sldMkLst>
          <pc:docMk/>
          <pc:sldMk cId="0" sldId="336"/>
        </pc:sldMkLst>
      </pc:sldChg>
      <pc:sldChg chg="del">
        <pc:chgData name="Matthew Browning" userId="S::mrb0094@auburn.edu::e751dd8a-2d39-4444-b55c-b42b2da651e2" providerId="AD" clId="Web-{B4EC5719-29A2-352F-1AFB-CAAD52CAD588}" dt="2020-04-05T04:40:21.766" v="49"/>
        <pc:sldMkLst>
          <pc:docMk/>
          <pc:sldMk cId="0" sldId="340"/>
        </pc:sldMkLst>
      </pc:sldChg>
      <pc:sldChg chg="del">
        <pc:chgData name="Matthew Browning" userId="S::mrb0094@auburn.edu::e751dd8a-2d39-4444-b55c-b42b2da651e2" providerId="AD" clId="Web-{B4EC5719-29A2-352F-1AFB-CAAD52CAD588}" dt="2020-04-05T04:39:29.485" v="38"/>
        <pc:sldMkLst>
          <pc:docMk/>
          <pc:sldMk cId="0" sldId="341"/>
        </pc:sldMkLst>
      </pc:sldChg>
      <pc:sldChg chg="del">
        <pc:chgData name="Matthew Browning" userId="S::mrb0094@auburn.edu::e751dd8a-2d39-4444-b55c-b42b2da651e2" providerId="AD" clId="Web-{B4EC5719-29A2-352F-1AFB-CAAD52CAD588}" dt="2020-04-05T04:39:04.453" v="30"/>
        <pc:sldMkLst>
          <pc:docMk/>
          <pc:sldMk cId="0" sldId="346"/>
        </pc:sldMkLst>
      </pc:sldChg>
      <pc:sldChg chg="del">
        <pc:chgData name="Matthew Browning" userId="S::mrb0094@auburn.edu::e751dd8a-2d39-4444-b55c-b42b2da651e2" providerId="AD" clId="Web-{B4EC5719-29A2-352F-1AFB-CAAD52CAD588}" dt="2020-04-05T04:35:04.092" v="0"/>
        <pc:sldMkLst>
          <pc:docMk/>
          <pc:sldMk cId="2370672225" sldId="352"/>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73BD2D92-367A-C244-9CB5-A80D8C0DDD5D}"/>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defTabSz="966788" eaLnBrk="1" hangingPunct="1">
              <a:defRPr sz="1300">
                <a:latin typeface="Times New Roman" pitchFamily="18" charset="0"/>
              </a:defRPr>
            </a:lvl1pPr>
          </a:lstStyle>
          <a:p>
            <a:pPr>
              <a:defRPr/>
            </a:pPr>
            <a:endParaRPr lang="en-US"/>
          </a:p>
        </p:txBody>
      </p:sp>
      <p:sp>
        <p:nvSpPr>
          <p:cNvPr id="32771" name="Rectangle 3">
            <a:extLst>
              <a:ext uri="{FF2B5EF4-FFF2-40B4-BE49-F238E27FC236}">
                <a16:creationId xmlns:a16="http://schemas.microsoft.com/office/drawing/2014/main" id="{317FD7B1-3BED-474D-A458-9FF73279D36D}"/>
              </a:ext>
            </a:extLst>
          </p:cNvPr>
          <p:cNvSpPr>
            <a:spLocks noGrp="1" noChangeArrowheads="1"/>
          </p:cNvSpPr>
          <p:nvPr>
            <p:ph type="dt" sz="quarter" idx="1"/>
          </p:nvPr>
        </p:nvSpPr>
        <p:spPr bwMode="auto">
          <a:xfrm>
            <a:off x="4144963" y="0"/>
            <a:ext cx="3170237"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Times New Roman" pitchFamily="18" charset="0"/>
              </a:defRPr>
            </a:lvl1pPr>
          </a:lstStyle>
          <a:p>
            <a:pPr>
              <a:defRPr/>
            </a:pPr>
            <a:endParaRPr lang="en-US"/>
          </a:p>
        </p:txBody>
      </p:sp>
      <p:sp>
        <p:nvSpPr>
          <p:cNvPr id="32772" name="Rectangle 4">
            <a:extLst>
              <a:ext uri="{FF2B5EF4-FFF2-40B4-BE49-F238E27FC236}">
                <a16:creationId xmlns:a16="http://schemas.microsoft.com/office/drawing/2014/main" id="{03A9DFBC-B68F-274F-B310-6A57C385D531}"/>
              </a:ext>
            </a:extLst>
          </p:cNvPr>
          <p:cNvSpPr>
            <a:spLocks noGrp="1" noChangeArrowheads="1"/>
          </p:cNvSpPr>
          <p:nvPr>
            <p:ph type="ftr" sz="quarter" idx="2"/>
          </p:nvPr>
        </p:nvSpPr>
        <p:spPr bwMode="auto">
          <a:xfrm>
            <a:off x="0" y="9121775"/>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defTabSz="966788" eaLnBrk="1" hangingPunct="1">
              <a:defRPr sz="1300">
                <a:latin typeface="Times New Roman" pitchFamily="18" charset="0"/>
              </a:defRPr>
            </a:lvl1pPr>
          </a:lstStyle>
          <a:p>
            <a:pPr>
              <a:defRPr/>
            </a:pPr>
            <a:endParaRPr lang="en-US"/>
          </a:p>
        </p:txBody>
      </p:sp>
      <p:sp>
        <p:nvSpPr>
          <p:cNvPr id="32773" name="Rectangle 5">
            <a:extLst>
              <a:ext uri="{FF2B5EF4-FFF2-40B4-BE49-F238E27FC236}">
                <a16:creationId xmlns:a16="http://schemas.microsoft.com/office/drawing/2014/main" id="{60804BFA-9712-A547-887F-2BB9D3AAEE57}"/>
              </a:ext>
            </a:extLst>
          </p:cNvPr>
          <p:cNvSpPr>
            <a:spLocks noGrp="1" noChangeArrowheads="1"/>
          </p:cNvSpPr>
          <p:nvPr>
            <p:ph type="sldNum" sz="quarter" idx="3"/>
          </p:nvPr>
        </p:nvSpPr>
        <p:spPr bwMode="auto">
          <a:xfrm>
            <a:off x="4144963" y="9121775"/>
            <a:ext cx="3170237"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r" defTabSz="966788" eaLnBrk="1" hangingPunct="1">
              <a:defRPr sz="1300" smtClean="0">
                <a:latin typeface="Times New Roman" panose="02020603050405020304" pitchFamily="18" charset="0"/>
              </a:defRPr>
            </a:lvl1pPr>
          </a:lstStyle>
          <a:p>
            <a:pPr>
              <a:defRPr/>
            </a:pPr>
            <a:fld id="{8A8EEE76-F5F4-8F4C-A15B-7CDC86AC537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7T18:00:13.687"/>
    </inkml:context>
    <inkml:brush xml:id="br0">
      <inkml:brushProperty name="width" value="0.09071" units="cm"/>
      <inkml:brushProperty name="height" value="0.09071" units="cm"/>
      <inkml:brushProperty name="color" value="#FFFFFF"/>
    </inkml:brush>
  </inkml:definitions>
  <inkml:trace contextRef="#ctx0" brushRef="#br0">11438 9840 9727,'3'-4'471,"-2"1"682,0 3-1142,-1-1 62,2 0-17,-1 0 1754,1-1-1805,-1 2-33,0 0 28,1-1 297,-1 0-286,1 1 62,-1 3-23,1 3-44,0 4 33,0 2-39,0-2 6,-1 1-12,1-2 6,-1 0 0,0 0 62,-1-1-57,1 2 12,-1-1 34,1 2-51,0-1 0,-1-2 11,0-1-6,1-1 1,-1 0 0,1 1 27,-1 1-27,0 4-1,0 9-5,0-2 0,0 3 0,0-8 6,0-1 11,0-2-17,0 1-11,0-1 5,0 2 6,-2 9 34,1-3-34,-1 4 5,-1-5-5,1-1 0,0-1 0,1 1 0,0-1 0,-1 3-5,0 0-1,0 3 0,-1-3-10,0-2 10,0-3 6,1-2 0,-1 0 0,-1 2 0,1 3 0,-1 5 0,-1 3 0,1 4 0,0-1 6,1-5-12,0-2 6,2-6 0,-1-3-6,1-1 1,0-3-1,0 0-5,0-1 11,-1 0 28,1 2-28,-1-1-34,0 1 34,0 1 6,1 1-6,-2 1 6,1 0 33,0 2-39,-1 1 0,1 1-11,-1-1 11,1-4-34,0-1 28,1-4-5,1-1 11,-1 1 6,1-1-6,0 4-28,0 1 39,0 5-5,0 2 27,-1-2-27,1 0-6,0-3 5,-1 0 7,0 5-1,-1-1-62,0 4 7,1-1 32,0 0-21,0-4 33,1 0-34,0-5 34,0 0 6,0-1-6,0 0 11,0 2 51,0 1-62,0 3-51,0 3 51,0-2 34,0 1-29,0-3 7,0 0 4,0 6-10,0-4-17,0 4 11,0-4 0,0-2 0,0-2 0,0-2-11,0-3 11,0-1-6,0 0-28,0-1 34,0 0 0,0-2 0,0 1 34,0 2 0,0 3-29,0 3 29,0 1-79,0 3 45,0-4-6,1 5 12,0-7 5,1 1-5,-1-4 27,-1-1-27,0 1 11,2 5-28,-2-4 11,1 4-6,0-4 6,1 2 0,0 1 39,0 2-33,0 0-6,0 2 0,-1-2 11,0 2-22,1-1 5,0 1 1,-1-1 5,1-4 0,-1-1 0,1-3 5,-2 1 34,0 1-39,0 3 0,0 7 12,0-3-1,1 3-11,-1-6 0,1-1 0,-1 1 5,0 0-5,1 0 0,0-2 0,-1 1 28,1-1-28,-1 0-5,0-1 5,0 9-6,0 2 12,0 9-6,0 5 0,0-12 0,2 1 5,-2-13-5,1 0 6,-1 5 5,1 2-5,-1 7-12,0 0 1,0-3 5,1-1 0,-1 3-6,0-6 6,1 6 0,-1-7-34,1 0 34,1 2-5,-1 2 5,1 3 0,0 0 0,-2-4 0,1-1 0,0-4 0,-1-1-11,2 6 11,-1-2 0,1 5 0,-2-3 16,1 7-16,-1-7 12,0 5-12,0-7 5,0-1-5,0 1-5,0 6-1,1 2 6,-1 6-6,3-1 6,-3-4 6,2-2-6,-1-6 6,1 0-1,-1-3-5,0 0 0,0 2 0,0 0 0,0 4 6,0 1-6,0-1 0,0 11 17,0 2-17,-1 11 5,0 1 1,0-14-1,0-2-5,0-14 6,0 0-6,0-1 0,0 0 6,0 0-6,0 1 0,0 0 0,0 0 0,0 1 0,0 0 0,0 3-6,0 0 6,0 3-11,0 6 11,0-2 73,0 8-40,2 1-16,-1 16-969,1-12 958,0 8-546,0-19 540,-1-3-6,0-4 6,-1 2 6,1-4-6,0 1 6,-1 1 890,0-7-868,0 2 567,0-8-606,0 6 5,1 1 6,0 3 0,1-1 0,0-2 0,-1-4 45,1 0-39,-2-5 33,1 1 17,0 1-50,-1-2 89,1 2-45,0-2 51,0 2-45,1-1-17,0 4 51,-1 1-85,1 4 113,0 0-17,-1 1-28,0 0 162,0-2-224,-1-3-11,2-5-375,-2-4-96,0-4-996,0-12-40,0 2 1507,-2-9 0,1 11 0,-1 3 0</inkml:trace>
  <inkml:trace contextRef="#ctx0" brushRef="#br0" timeOffset="7210">11436 9676 6299,'0'11'605,"0"-1"-330,0-8 1343,0-2-1349,0 2 3506,0-1-3668,0 1 5,0 0-56,1-1-45,0 0 28,1 1-33,0-1-1,1 1 40,0 0-50,2-1 5,0 2 5,0-2-5,0 2 11,0-2-5,0 0 0,1-1 44,-1 1-50,1-1-34,1 1 34,0-1 28,-1 1-28,1-1 0,1 0-5,0 0-1,1 0 6,-1 0 0,-2 0 11,-1 0-5,-1 0-12,1 0 6,0 0 6,0 0-6,0 0 6,0 0-6,1 0 5,5 0 6,-3 0-11,3 0 0,-3 0 0,1 0 0,0 0 6,2 0-6,-1 0 0,0 0 0,1 0 0,-2 0 0,0 0 0,-3 0 0,2 0 6,-2 0-6,1 0 0,-3 0 5,2 0-5,-1-1-5,1 0-1,4 0 0,1 1 6,5-2-11,1 2 11,-1-2 0,0 1-5,-3-1 5,0 0-6,4 0 0,-1 1-5,3-1 0,-1 1 5,-1 0 6,-2 0-5,-1 1 5,-3 0 0,0-2 0,4 2-6,3-1 34,15 1-33,-8-1 5,4 0 0,-11 1-23,-4 0 23,-1 0 0,-2 0-5,-3 0 5,0 0-6,-2 0 6,2-1 0,2 0 0,7 0-6,2 0 6,8-1 0,1 1 0,-4-1 0,-2 2 0,-6-1-11,-1 1 0,-1 0 5,-1 0 1,-1 0-1,-2 0 6,1 0-67,-1 0 67,0 0-6,2 0-38,-2 1 32,1-1-21,-1 2 33,1-1-34,7 0 23,-2 0-45,6-1 56,-3 1 6,0-1-1,-3 0-5,-1 0 0,-3 0 0,1 0-45,7 1 40,-5-1 5,4 2 0,-5-1 5,5-1-5,-2 1-5,3 0-6,-4-1-79,-1 2 90,-4-1 0,0 1 0,-4 0 0,2-2 0,-1 2 0,2-2 0,0 1-6,0-1 6,8 0 0,1 1 0,5 0 0,0 1-5,0-1 5,-4 0-6,-1 0 1,-5 0-1,-1 0-33,-3 0-17,-2 0 0,-2 0 0,-3-1 56,0 1-6,-2-1-5,0 1 11,1-1-39,1 0 28,6 0 11,4 0-17,5 0 17,3 0 0,2 0 0,0 0-6,3 0-50,-2-1-22,3 1-24,0-1-10,0 1 40,-2 0 72,-2 0-6,-2 0 0,-4 0 1,-1 0 16,-3 0-5,-1-1-1,1-1-5,-3 2 0,1-3 0,-1 1-5,-1 0 5,6-2-28,1 0-12,5-2 29,5 0-28,-8 2 45,3 0-6,-9 3-6,-1 0 0,1 1 1,-3-1 5,-1 0 0,-2 1 0,-1-1 5,0 1-5,-1-1 6,0 1 0,-2-1-6,1 0-40,0 1 40,2 0 0,4-1 6,-2 0 5,3 0-11,-3 0 0,-1 1 0,-3-1-33,-1 1-23,-2 0 72,2 0 35,-1 0-286,2 0-493,-7 0-17,1 0 39,-3-1 11,0 1-257,0 0 952,0 0 0,2 0 0,2 0 0</inkml:trace>
  <inkml:trace contextRef="#ctx0" brushRef="#br0" timeOffset="10376">13489 9862 6613,'7'-13'526,"-1"2"-369,-5 8-28,1-1 61,0 1 79,0-2 1081,-1 2-1042,0 0-44,1 0 94,-1 2-134,-1 0-84,0-1 353,0-1-460,0-3 130,0-2-51,0 2 5,0-1 1,0 5-12,1 1 545,-1-1-539,1 1-56,-1-1 28,0 0-40,1-2 7,-1 2-40,0-2-5,0 1 27,1 0 18,-1 0-46,0 1-302,0 2 309,0 5 228,0 2-234,0 8 67,0 13-68,0-8 7,-2 8 32,2-11-38,-2-2 5,1 2-5,0-1-6,0-1 5,1-1-5,0 2 6,0 0 0,0 2 5,0 1-6,-2 2 1,1 1 0,-2 6-6,0 3 0,-1-2 5,1 3-5,-1-3 6,0 2-6,0-1-6,-1 5 6,0-1 11,0 4-11,0-5 6,2-6 0,0-3 33,1-4-34,0 0 1,0 1-6,-1 2 6,0 1-1,-1 1-5,0 2 0,-1 1 11,0 5-5,0 1-6,-2 4 6,2-1-1,1-5 68,1 8 22,0-3-56,0 10-5,1-2-28,0-9 10,2 3 52,0-17-29,0 5-28,0-9-5,0 1 33,0 1 6,0 1-1,0 2 57,0 7 84,0 4-135,0 7-50,2 1 0,0-6 12,4 4 72,-1-5-40,2 4-38,1-2 56,-2-8-6,1-1-6,-2-7 0,0 3-50,1 1 0,2 9 68,0 1 21,4 8-78,-2-2 96,-1-7-68,-1-4-22,-2-8 16,-1 2 23,0-2-56,2 10 96,-1 0-68,1 9-23,1 0 34,-3-9-39,0-4-5,-1-9-18,0 0 23,0-4 6,3 5 44,-1-1-44,3 5 0,0-1 33,-2-4-39,1-1 0,-3-4 0,1 1 0,0 0 0,1 6 5,1 1-5,1 5 0,0-1 6,-2-5-6,-1-2 0,-2-5-6,0-1 6,-1 2 6,1 6 16,0 4-10,1 5-12,-1 3 5,0-8-5,-1-2 0,-1-8 11,0 0-11,0-2 0,1 0 28,1 8-28,0-5 0,0 6 6,1-1 0,-2 2-1,3 3-5,-2 1 6,0-6-1,-1 2-44,-2-5 6,0 3 33,-1-3 11,0-4-6,0-1 1,0-3 0,0 0 33,0 2-22,0 3 89,0 1-100,0 2 44,0 0-11,0-4 12,0-2 38,0-3-33,0 1-11,0 0 17,0 2 0,0 1-23,0 0-5,0 1-29,0-1 1,-2 4 11,2 1 33,-1 3-50,0 2 0,0-5-6,0 3 18,1-4-7,-1 4 1,1-1-1,-1-3-5,1-1 6,0-4 5,0 1-5,0-2-1,0 1 1,-1 4 61,1 1 0,-1 6-55,1 0 21,0-4 18,0-2-46,0-6 1,0-3 33,0-1-33,0-3-1,0 1 85,0 0-57,0 4-21,0 2-7,0 2 29,0 1-29,0-1-5,0 0 0,0-2 0,0-2 6,0-2-6,0-2 0,0 0 0,0-2 11,0 3 0,0 0-11,0 2 0,0-1-11,0-1 11,0 2-17,0 2 12,1 5 5,-1 2 5,2 1-5,-2 1-5,1-3 5,0-2-6,0-1-55,-1-3 5,0-4-583,0-3-885,1-1 494,0-8-595,0-4-1903,0-5 3528,0-1 0,0 7 0,-1 3 0</inkml:trace>
  <inkml:trace contextRef="#ctx0" brushRef="#br0" timeOffset="16852">13758 9707 6092,'5'-5'1098,"-1"2"-1065,-4 3 7473,0 0-7439,4 0-67,0 0 33,5 0-27,-1 0 0,1 0 33,2 0-39,9 0 0,-4 0-6,3 0-50,-8 0 39,-2 0 12,-3 0-1,0 0 1,0 0-12,0 0 11,4 0 6,1 0-5,1 0-40,0 0-90,5 0 51,-5 0-61,3 0 22,-7 0 33,-2 0 40,1 0-29,0 1 79,3-1-5,0 0-7,-2 0-32,0 0 32,-2 0-44,0 0 23,0 0-46,2 1-279,2 0 291,1 1-17,2 0 84,-4-1 0,0 0 5,-3 0-5,0-1 0,5 1 12,3-1-12,7 1 0,3 1 5,-2-1-5,0 0 6,-4 1-6,0-1 0,0-1 5,5 0 46,0 0-57,4 0 1,8 0 5,-11 0 0,4 0 0,-11 0 5,1 0-5,6 0 34,2 0-34,7 0 0,8 0 5,-13 0-5,4 0-5,-15-1 5,9-1 0,-7 1 0,6 0-6,-9 1 6,-1 0-5,6 0 10,2 0-5,7 0 6,4 0-6,0-1 5,0 0 1,0-1-12,5 1 6,-12-1 6,2 2-6,-13 0 0,-1 0 0,0-1 0,-1 1 0,1-1 6,-1 1-6,0-1 0,6-1-124,1 0 74,5-1 44,0 1 6,1-1-16,0 3 16,0-1 0,15 1 5,-17 0-5,10 0-5,-20 0 5,5 0-6,0 0 6,4 0 0,-3 1 0,-5-1 0,-1 2 39,-4-1-39,2 0 0,0 0 34,3 0-34,2 0 0,1-1 0,1 1 0,-1 0 0,0 0 5,-1 1-5,0-1-5,-3 1 5,-2-1 0,-1 0 0,10 1 5,-3-1 7,7 1-12,-5-2 0,-1 1 0,0 0 0,-1-1 0,-1 1-6,-4-1 6,-2 0 0,1 0 6,0 0-1,4 0-5,0 0 6,-1 0-6,9 0 0,-8 0-6,6 0 12,-8-1-12,0 1 6,-1-1-5,0 1-1,0 0 6,2 0 0,9 0-6,-4 0 6,4 0 0,-3 0 12,-2 0-18,5 0 6,0-1-6,-5 1 1,0 0-1,-5 0 6,2 0-5,0 0 5,0 0 0,0 2 33,0 0-33,1 1 0,-1-2 6,4 0-1,0 0-5,1-1 0,0 0 0,-5 0 0,3 0 51,-2 0 22,4 0 44,2 0-10,-6 0-29,0 0-22,-6 0-17,1 0-33,-2 0-1,-1 0 1,0-2-6,-3 1 0,-1 0-56,0 0 56,3 1-6,2 0 12,3 0 0,1 0 5,-2 0 28,0 0-39,-3 0 0,1 0 11,-2 0-5,0 0 5,0 0 17,4 1-11,-2-1-12,2 1 7,1-1-12,1 0 0,4 0 0,0-1-6,-5 1 0,-2-1-33,-7 1 28,-1 0 5,-2 0 1,1 0 27,1 0 29,2 0-51,2 0-51,0-2 1,0 1-12,2-1-5,-2 2 28,2 0 22,-1 0-17,0 0 34,-1 0 0,1 0 0,-2 1 6,2 0 11,-1 2-12,-1-1 35,-1 1-40,-2-2-6,1 0 23,1 1 16,4 0-33,2 0 0,2 0 6,6 0-6,-7 0 0,3-2 6,-7 1 268,0-1-224,-1 0 29,1 0-40,-1 0 51,3 0-46,-2 0-4,4-1-35,2-1 230,0-2-179,3 0-22,-1 0-28,-6 0-6,-3 1 0,-4 1-6,-1 1 0,1 0 1,1 0-1,2 0 6,1-1 0,-1 1 0,-1 0 6,-3 1 33,-1 0-1613,-2 0 375,-4-2-2369,-3 1 3568,-5-3 0,5 3 0,1-1 0</inkml:trace>
  <inkml:trace contextRef="#ctx0" brushRef="#br0" timeOffset="22169">17721 9714 7173,'3'-5'969,"-1"0"-549,0 4 868,-1 0 28,0 0-1265,-1-1 22,1 0 5,-1-1 45,0 1-5,0-1-12,0 1 331,0-1-364,0-1-40,0 1 7,0 2 190,0 0-141,0-1 203,0 1-236,0-2-56,0 1 1428,0 1-1378,-2 6-50,1 0 6,-1 5 5,0-2-6,0 0 29,1 0-17,-1 0-17,0 0 0,-2 4 11,0-1-5,-1 4 10,-1 4-10,1-3-6,0 3 6,2-4 10,1 1-10,0-6 0,1 1 5,0-7-6,0 0 29,1-1-34,-2-1 6,2 1 27,-1 0 18,0 2 5,-1 2 84,0 3-107,-2 3-33,1 1 11,-1-1-11,1 0 0,-1-4 0,3 0 6,-1-2-6,0-1 6,1 0 5,-1-1-11,1 1 0,0-1 5,-1 0-5,0 1 0,-1-1 0,1 1 0,-1 1-5,0 2 5,1-2 0,-1 2 5,2-5-5,-1 1 12,1-2-7,0 1-5,1-2 0,-1 1-78,1-1 72,0-1 12,0 1-1,0 0 35,0 0-35,0 0-5,-1 1 0,0 0 0,0 1 6,1 1-1,-2 1-5,2 0 6,0-1 0,-1-1-6,1 0 0,-1 1 5,0 2 1,0-1-1,1 2-5,-1-2 6,1 0 0,-2 1-6,2 0 0,0 0 0,-1-1-6,1-2 0,-1 0 6,1-2 6,0 0-6,0 1 0,0-1 0,0 1 0,-1-1-6,1 1 6,-1-1 6,0 1-6,1 0 0,-1 0 0,1-2 0,-1 1 0,1 0 0,0-1 0,-1 1 0,1 0 0,-1 0 11,1-1-11,0 1 23,0-1-23,0 1 0,-1-1 0,1 0 5,0 1-5,0-1 0,0 1 11,0 0-11,0 1-5,0 1 5,0 1 56,-1 2-51,1 2 85,-1 5-90,0-4 0,-1 3 0,1-4 0,0-1 0,0-1 6,1 2-6,-1-1 0,1 3 50,0 2 0,-1-4-10,0 3-35,1-6 1,-1 1 44,0 4-50,0-3 39,0 3-39,1-3 6,-1 2 5,0 2-5,-1 3-6,-1 5 0,1-5 0,-1 2 0,1-8 5,0 0-5,0 3 12,-1 0-12,-1 5 5,0 0-5,0-2-5,1 2-1,0-1 0,1 3 6,0-1 0,1-3 0,0 0 0,1-4 0,0 0 6,0 6 0,0-4-6,-2 6 0,2-6 0,-1 1 0,1 3-56,-1 2 44,0 5-21,1 0 27,0-5 1,0-2 5,0-3 0,0-3 0,1 2 0,1 5 22,1 3-16,1 6-6,0 1-6,1 2-78,2 1 84,1 1 6,1-2-1,-2-6 51,-1-1-50,-2-7-6,0 1 0,-1 0 11,3 10 45,0 4-50,3 10 13,-3-12 1,1 1-953,2 12 933,2 11-619,-5-21 619,-1-1 6,2 7-1,1-1 1,1 6-6,2 0 11,-2-11-293,0 0 344,-2-8-28,-1 1-23,0 0 56,0 0-67,-1 1 0,-1-1-102,0-1 102,-2-1 0,2 3 5,0-1 1,1 1 0,0-2 889,-2-8-833,1-1 672,-3-3-650,0-1 360,0 3-410,0 8 156,0 4-157,0 9-27,0 3 120,-1-4-109,0 12-6,0-15-6,0 7-5,0-9 12,0-2-7,0 2 6,0-2-11,0-4 101,-3-2-95,0-2 33,-4 4-28,2-7 34,1 2-39,1-8-1,1 0-5,0-1 11,1 0-5,0 1 5,-1 1-5,1 0-6,-1 5 11,0 1-17,-1 3 6,1-1 0,-1-6 0,3 0 0,-1-6 0,1 0 0,0 1 6,0 2-6,-1 3 0,1 4 0,-1 3 0,0 6 0,-2 2-6,1 4 6,-1 8 0,1-14 0,1 4 0,0-17 6,1-1-6,-1 7 17,1 3-12,-2 8-5,2 2 0,0-3 0,0-2-5,0-7 5,0-1 0,0-1 0,0 0 0,0 0-6,0 0 1,0 0-7,0-1 7,0 9 16,2 1-5,-1 9 5,3 2-11,-2 2 0,1 0 0,-2-4-6,1-3 1,0-13-7,-2-5 7,1-10 5,-1-2 0,0-1-6,0 3 6,0 2 0,0 6 0,0 9 0,0-3 0,0 5 0,0-9 0,0-1-5,0-2-1,0-2 0,0-2-38,0-2 44,0 0 5,0 2 46,1 2-46,-1 4 1,0 3-6,0-3 5,0 0-16,0-4-39,0-1 16,0-2 29,0-4 5,0-1-975,0-2 219,0-4-409,0-2-773,0-9-3624,-1 0 5562,-4-5 0,2 9 0,0 2 0</inkml:trace>
  <inkml:trace contextRef="#ctx0" brushRef="#br0" timeOffset="28994">11342 11110 7716,'-7'-2'756,"2"1"-683,5 0 224,0-2-39,0 0 33,0-2-72,0 1-7,0 0 208,0-1-509,0 1-90,0 0 179,-1 2 1220,1 2-839,-1-2-308,1 1 5,-1 0-66,1-2-7,0 2 62,0-3 6,0 2 280,0-1 1350,0 2-1759,0 0 73,2 0-12,1 0 7,2 0-7,0 0 1,2-1 11,7-2-6,-2 1-6,6-2-5,-4 1 6,-3 1-6,0-1 6,-4 3-6,1-1 0,1 0 0,-1 0-17,2 0 17,-2 0-11,6-1-17,-2 0 22,5 0 6,-4 0 0,2 0-6,0 0 6,-1 1 0,-3-1 0,0 1 0,-3 1 12,0-1 32,1 0-38,2 0-6,4-3-6,0 2 1,5-1 5,-3 1 0,5 1 0,-7-1 0,1 3 5,-8-2 1,-2 2 0,-2 0 5,0-1 11,1 0-16,2-1-6,7-1 0,-1 2 0,5-1-28,-3 2 28,10 0 0,-5 0 0,7 0 5,-8 0 1,-4 0 0,-3 0-1,-4 0-5,-4 0 0,0 0 6,-2 0-6,-1 0-6,0 0 40,5 0-23,0 0 28,7 0 73,-1 0-45,5 0-67,1 0 6,7 0 11,2 0-17,3 0 0,-1 0 5,-6 0 1,-1 1 0,-7-1-1,3 0 1,9 0 5,-3 0-11,7 0 0,-7 0 0,-2 1-11,5 0 22,-3 1-5,2-1-1,-4 1 46,-9-2 33,-4 0 67,-6 0-118,0 0-21,0 0-7,-1 0-5,0 0 0,-2 0 0,2 0 11,2 0-5,8 0 33,6 0-39,8 0 0,2 0 6,-3 0-6,-1 0 0,-5 0 0,1 0 0,10 0 0,-7 0 0,8 1 0,-10 0-6,2 1 6,6 0 6,1 1-6,7 0 0,-2-1 0,-9 1 0,-3-1-6,-10 0 1,-2 0 5,-2-1 0,5 1 16,3 0-16,5 1 6,13-1-6,-6 0-6,8 1 6,-10-2 6,9 2-6,-8 0 0,7 0 0,-8-1 6,3-2-6,3 1 0,13 0 0,2-1 0,10 2-3,-23-1 0,0 1-966,12 0 969,7 1-664,-25-1 664,0-1-218,-1 1 224,-1-2-1,-2 1 1,0-1 11,-3 0-17,6 0 0,-2 1 0,4 1 0,-1 1 0,-1-1 11,0 1 871,1 0-877,11 0-5,-13-2 0,7 1 0,-15-2-5,1 1 5,8 0-6,3 0 6,8-1 0,2 1 715,-7-1-715,-1 0 0,-7 0 0,0 0 0,0 0-6,1 0 6,-1 0 260,2 0-254,0 1-6,0-1 0,10 2 0,1-1 5,10-1 1,-2 0 0,0 0 55,-1 0-55,-1-1-1,14-2-1176,-18 1 1171,9-2-533,-23 4 533,0-1-171,-1 1 176,-1 0-5,0 0 6,0 0-6,-1-1 0,6 1 0,1-1 0,6 1 6,-2 0-1,-9 0-5,-4 0 6,-9 0-1,-2 0 1081,0 0-1086,3 0 607,2 0-607,6 1 0,2 0 205,-5 0-205,2 0 0,-5-1 0,1 1 0,1 0 0,10 1 6,3 0-12,10 0 6,1 0 0,-9 0 0,-3-1 0,-10 0 0,0 0 6,-2 0-12,8 1 12,4-1-6,8 0 0,1 1 0,-3-1 0,0 1 0,-5-1 0,10 1 0,-14-1 0,7 1 0,-14-2 0,0 1 6,9 0-6,2 1 0,8 0 0,-2 0 0,-8 0 0,-3 0 0,-8-1 0,0 0 0,0 1 5,5-2 6,-1 2-11,4-1-11,-2 1 11,-5-2 0,-2 2-5,-5-2 10,0 0-5,0 1 11,0-1-11,4 1 0,-4-1 6,5 0-6,6 0 11,25-2-16,-1 0 10,5-1-5,-21-1 0,-3 1 6,-9 0-6,7 1 0,-7-1 0,0 1 0,3 0-6,1 0 6,-2 1-5,-1 0-1,-2 1 6,0-1 6,1 0-1,0 0-5,7-1-5,1-1 10,7-1-5,1 1 0,-5-1-5,-4 1 5,-9 2 0,-5 0 0,-3 1 5,-3 0 1,-1-1 11,3 0-12,1 0 34,3-2-27,-2 1-1,-2 0 28,-1 0-39,0 0 0,-3 1 0,-2 1-2626,-1 0 1393,-1-3 1233,-7-3 0,6 3 0,-6-2 0</inkml:trace>
  <inkml:trace contextRef="#ctx0" brushRef="#br0" timeOffset="34388">11429 12332 8018,'-6'-4'1110,"0"1"-746,3 3 3551,1 0-3881,9 0 16,-3 0-50,8 0 17,-4 0-12,1 0-5,-1 0 0,-3 0 6,1 0 5,-2 0-5,2 0-1,-1 0 1,4 0 11,3 0 22,3 0-39,5 0 0,1-1 6,-3 0-6,-1 0 5,-2-1 1,-1 1-6,1 0 5,0-2-5,2 2 0,8-2 6,-4 2 0,0 0 5,-11 1-6,-3 0 1,-1-1 5,-1 1-11,1 0 0,-1-1 6,1 0-1,-1 0 1,1-1-6,2 1 0,7 0-6,5-1 6,7 0 0,16-1 6,-4 1-1221,13-1 1221,-6 1-6,2-2 5,4 0-5,-12 1 0,0 0 0,-15 1 0,0 0 0,2-2 51,1 2-46,3-1 1,-1 0-1,-6 1 1222,-2 0-1222,-6 0-5,0 0 0,7 0 6,-2 0-12,5 0 6,-5 0-5,-3 2 5,-4-1 0,-3 1 0,-2 0 0,1 0 0,1 0 5,2-1 1,9 1-6,17-2 0,-4 1 0,8-1 0,-16 2 0,-5 0-6,-1 0 12,0 0-6,-2 0 5,4 0 1,2 0-12,4 0 6,1 0 0,-3 0 0,-2-2 0,-4 1 0,0-1 6,5 0-6,-7 1 0,3 1 0,-9 0 0,-2 0 11,0 0-11,2 0 17,2 0 28,3 0-45,1-1 5,-3 1-5,2-1 0,-2 1 0,1 0-11,-2 0 6,-3 0-1,-2 0 6,-3 0 0,0 0 6,5 0-1,1 0 6,5 0-5,0 0 0,-1 0-6,-1 0 0,-2 0 0,-1 0 11,-1 0-11,2 0 0,0 0 0,5 0 5,13 1-5,-4 0 0,5 0 0,-11 0 0,-3-1 0,0 1 0,1 0 0,-1 0 6,6-1 16,14 0 12,-7 0-34,7 0 0,-17 0 0,-4 0 0,-1 0 56,6 0-6,-2 0-16,7 0-34,-4 0 6,0 0-6,-4 0 0,-2 0 0,-3 0 0,-2 0 0,1 0 5,-1 0 1,2 1-6,-1-1 5,0 2 7,6-2-7,-2 0 12,4 0-17,-3 0 0,4 1 6,-6-1-6,4 1 0,-8 0 5,6 0-5,-2-1 17,5 1-11,-2-1-1,0 0 1,-3 0-1,-2 0 1,-1 0 5,-1 0 0,2 0-5,6 0 11,1 0-12,6 1-5,0 0 6,-6 0 0,1 0-6,-5 0 0,3 1 5,2 0-5,-3-1 0,2 1 6,-4 0-6,1-1 0,8 1 0,-3 0 5,7 0-5,-4-1 0,-1 1 12,9-1-12,-8 0-6,6 0 6,-9 0 0,0 0-6,1 0 6,-1 0 0,0 0 0,-2 0 0,7-1 6,-1 0 0,6 0 33,13 0-39,-8 0-28,8 0 28,-11 0 50,-2 1-44,-5-1-1,-1 1 1,-5 0 5,3 0-5,0 0 39,1-1-40,6 0 12,-1 2-17,6-2 0,6 2 6,-12-1 5,4 0-6,-14 0 18,10-1 27,-7 0-50,9 0 11,-10 0 29,0 0-40,8 0 0,2 0-12,8 0 7,9 0 5,-11 0 5,5 0 1,-14 2-6,-1-2 6,2 1-1,-7-1 1,1 0-6,-7 0 0,0 0 0,6 1 5,2 0 1,6 1 0,9-1-6,-11-1 5,5 0-5,-14 0-5,10 1 5,-1 0-6,9 1 12,-4 0-6,1 0 5,-4 0-5,-1-1 0,-6 1 0,-1-1-5,-1 1 5,-1-2 5,1 2-5,0-2 6,1 0 33,1 1-39,6-1 17,2 1-17,4-1 0,3 1 0,-15-1 5,1 1 1,-13-1 44,1 1-38,14-1 21,5 0-33,16 2 0,-17-1 0,-1 1-934,14 2 934,7 1 0,-26-2 0,8 3 56,-9-4-56,8 2 34,-12-3 50,-2 0-79,0-1 1,-2 0 27,0 0-33,-2 0 940,0 0-917,-2 0 10,2 0-27,1 0-1,1 0 1,6 0 11,-1 0-12,2 0 1,-4 0-6,-8 0 17,-5 0-12,-5 0 51,-1 0-5,0 0 72,3 0 23,7 0 22,10 0-162,-1 0-1,-3 0 1,-9 0 16,-9 0-728,1 0-783,0-2-186,-1-1 1675,0-3 0,0 2 0,-2 0 0</inkml:trace>
  <inkml:trace contextRef="#ctx0" brushRef="#br0" timeOffset="37222">12305 10072 7190,'5'-9'2156,"0"2"-1624,-2 3 1451,1-2-1602,-1 1-6,0-1 12,-1 3 828,0 1-901,-1 1 61,0 0 67,0 0-319,-1-1-27,1 1-51,-1-2-34,1 0 45,1-1-61,-1 1-68,-1 2-449,0 0 450,-4 3 4,-12 11-77,-4 5-404,-10 10 487,3-1-44,0 1-17,4-7-45,-3 2 73,4-6-29,-3 0-55,5-3-106,8-5-152,4-4-213,7-4-263,4-1-745,3 0 1658,3-2 0,-2 2 0,-1-2 0</inkml:trace>
  <inkml:trace contextRef="#ctx0" brushRef="#br0" timeOffset="38312">12676 10256 8265,'3'-12'1630,"0"3"-1249,-3 6 17,2 1-51,-2 0-50,1 2-34,-1-2 174,1 1-432,-1-3 34,0 0-39,1-1 51,0-1 22,0 0 11,0 0-79,0 0 52,2 1-18,-2 0 11,1 2 34,-1 0 107,0 0-124,0 0 151,0-3-167,0 0 22,-1-1 89,1 1-28,-1 2-262,0 2 128,-2 2 11,-4 3 39,-4 5-44,-5 5 22,-2 4-28,-1 3 5,0 0-5,0 1 0,-5 5-50,-14 19 44,4-4-2,13-16 0,2-1-71,-5 10-44,6-4-107,2-1-94,-4 9 279,5-13 45,-2 4 0,7-16 78,2-3 68,2-4-6,1-4-286,2 0-650,1-2-4619,4-12 5415,2 1 0,-1-2 0,-1 5 0</inkml:trace>
  <inkml:trace contextRef="#ctx0" brushRef="#br0" timeOffset="39040">12596 10218 7352,'3'-5'1815,"1"0"-1809,-2 2-1,1 0 1,1-1 50,0 0 73,1 0 218,-1 0 51,0 1 895,0 0-828,-1 1 392,-1 1-465,-1-1 364,1 1-610,-1-1-84,1 0 55,-1 0-27,0 0-12,0 0 113,0 1-281,1 1 140,1 4-16,4 5 39,1 8 0,1 6-34,0 5-28,0 4 45,-2 3-17,4 17-1434,-2-7 1362,3 11-111,-2-15 132,3 3 12,-4-16-56,0 0 6,-4-17 11,-1-3-34,-2-5-33,0 0-527,-2-3 0,1 0 0</inkml:trace>
  <inkml:trace contextRef="#ctx0" brushRef="#br0" timeOffset="39221">12790 10628 6658,'0'8'1741,"0"2"231,0-2-1574,1 3-146,1 2-252,-1-5 0,-2 2 0,1-7 0,-3-2 0</inkml:trace>
  <inkml:trace contextRef="#ctx0" brushRef="#br0" timeOffset="39929">12253 10403 5879,'-9'1'303,"2"0"-303,7 0-71,0 0 0,0 0 0</inkml:trace>
  <inkml:trace contextRef="#ctx0" brushRef="#br0" timeOffset="41443">12443 10480 7223,'-4'0'1759,"1"0"4648,3 0-6367,15 1-175,2 2-27,16 1-85,11 3 191,-13-4 51,5 0-1,-18-3 1,-3 0-7,-2 0-49,-3 0-74,-2 0-83,-2-1-101,-3 0-476,1 1 795,0 0 0,-2 0 0,0 0 0</inkml:trace>
  <inkml:trace contextRef="#ctx0" brushRef="#br0" timeOffset="42478">13094 9967 8506,'7'-4'1400,"-2"1"-974,-1 0-62,-2 1-112,-1 2 3433,0-1-3629,-3 12 236,-5 7-253,-5 13-39,-5 7-90,4-8-229,1-3-123,4-9-337,1-3-403,-1-2-644,-2 0 1826,-2-3 0,4-3 0,2-2 0</inkml:trace>
  <inkml:trace contextRef="#ctx0" brushRef="#br0" timeOffset="58607">13952 10262 6243,'2'-6'1020,"0"2"-634,-1 3 4027,-1 1-4323,2-2 0,-1 1 0,1-1-29,-2 1-27,1-1-23,0 1-11,-1-1 67,0 0-11,0 0-56,0 0 79,0 0-68,1 1 202,-1-1-157,1 1 45,-1-1-68,2-2 18,-1-1-51,1-1 11,0 1-11,-1 1 0,1 2 67,-2 1-5,0 6 38,-3 10 136,-6 35-169,-3 0-67,4-16 0,0 1-11,-5 17 11,2-5 11,-1 0 3,4-16 0,0-1-925,-5 14 900,-2 8-633,5-21 639,2-6 5,1-2 0,1-4 5,1-2-5,2-2 844,-1-2-839,3-6 701,0-2-701,1-4-16,0-1 5,-3 4 1,0 1 5,-3 6-56,0 1-73,0 5 90,0 0 33,0 4 6,2-7 73,0 1-23,2-9-44,2-3 50,-1-1-823,1-2-477,-1-6-1602,0-3 2846,-1-6 0,1 6 0,0 2 0</inkml:trace>
  <inkml:trace contextRef="#ctx0" brushRef="#br0" timeOffset="60638">14014 10263 10186,'-6'0'448,"1"0"-330,0 1 11,0-1-6,0 2 73,0-1 6,-2 1 419,0-2-475,-1 2-6,-2-2-106,2 1-28,-1 0 50,3 0 0,3-1-12,0 0 612,2 0-612,8 0 18,-1-2-62,9-2 0,-3 0 0,3-2 6,2 1-6,7 0 28,2 0-28,3 1 39,-2 0-39,-6 2 0,0 1-45,-3 1 45,6 0 0,0 2 0,-2 5-325,-3 2 0,-5 5 253,-4 0 66,-5-2 0,-2 0-10,-3 0 16,0 0 0,-4 3 33,-1 1-33,-5 1-95,-1 2-28,-1-1 44,-2 0-28,-1-1 57,-11 4 50,1-5 78,-8 3-72,6-8 33,2-1-39,7-5 0,4-1 6,8-2 50,1-1-11,2-1 28,1 0 73,1 0-146,1-3 5,0-1-83,0 0-4616,0 1 4102,0 3 0,0 0 1</inkml:trace>
  <inkml:trace contextRef="#ctx0" brushRef="#br0" timeOffset="61964">14374 10599 8702,'7'-10'2660,"0"2"-2620,-7 8-225,0-1 118,0-1-387,2-1 129,-2-1-425,0 0 257,0 2 145,0-1 1418,0 3 2022,0-1-3047,0-1 5,0 8-5,0 1-34,0 9-5,-1 0-6,-2 4-6,-2 2-38,-1 1 32,1 1 7,-3 5-62,1-2 61,-1 3 0,0-5 1,3-9 66,1-5 18,3-8 50,0-1-90,1-8 0,0-3 11,1-9-50,7-13 34,5-6-79,10-12 45,4 0-183,1 11 306,3 4 40,-2 14-130,2 4-27,-1 4-6,-1 4-11,-3 3 11,-4 2 11,-6 2 28,-8 1-39,-4 0-1352,-4 0 736,-1 4 616,-3-1 0,2 2 0,-2-3 0</inkml:trace>
  <inkml:trace contextRef="#ctx0" brushRef="#br0" timeOffset="64585">14903 10535 11855,'2'-5'550,"-1"0"-394,0 1-4,0 0 256,-1 0-296,0 1-44,0 1 32,0 0-66,0 0 128,0 1-89,0-3-28,-2 1-45,-1-1 39,-3 1-33,0 0 5,0 0 28,-2 0-39,0 1-39,-3 0-11,-1 1 50,-2 1-40,0 0 35,2 0 5,-1 0-56,3 4 22,-2 0 29,0 4 5,-1 1 0,-2 5-51,1 0 51,-1 5 0,0 0 0,4-3 6,1 1-6,2-2 0,0 0-6,0-1 6,1-1-5,1-2 5,1 0 0,1-2-6,0 0-67,1-1 68,2 2-270,0 3 275,1-2 11,0 2 45,3-4-5,2-1-46,4 1 1,-2-2 5,-1 0 0,3-2 12,-2-1-18,5-2 1,1 1-6,-2-2-6,0 1-5,-2-2 6,0 0-51,3 0-6,1 0-425,4 0 431,-1-2-28,1-1 39,-3-2 45,0 0 0,-4 0 0,0-1 6,-1-1 5,1 1-6,-2-1 1,1 0 33,-1 0-33,4-4-1,-1 0 186,3-4-135,-3 2 78,0 0-44,-4 1 44,-1 2-22,-4 0 34,-1 1-34,0-1-23,-1 0-5,-1-3-89,-3-1 27,-2-3-16,-5-1-6,1 2-34,-2 0-559,-1 3 5,-2 2-208,-1 4-22,3 4 23,-2 3-6,2 5 89,-3 5-587,0 2 1299,0 1 0,8-5 0,2-4 0</inkml:trace>
  <inkml:trace contextRef="#ctx0" brushRef="#br0" timeOffset="65903">15347 10470 9262,'4'-2'2257,"-1"0"-1658,-1 2-83,0-1-107,-1 0-157,1 0 291,0-1-448,-1 1-263,0-1 56,0 2 62,1 0-191,0-1-117,1 0-438,1-1-134,-1 1 337,-1-1 173,0 0 185,-1 1 16,2 0 130,2-2-651,1 0 527,4-1 213,-1-1 151,0 2 236,-1 0 95,-4 1-12,-1 1 2824,-2 0-3194,-5 0 7,2-1-18,-4 0-5,2 0-22,0 0 22,-4 0-50,0-1-34,-4 0 0,1 1 0,-2 0 0,1 1 0,0 1-6,2 0 0,0 0-5,-1 2 6,0 1-40,-6 6 45,0 3 0,-4 3 0,2 1 0,4-2-6,1-1-27,5-2-18,0 0 40,-1 8 11,1 0 0,-2 6 0,1-2 0,1-1-6,2-5-5,0-1-34,4-6 40,0 1-6,1-2 5,1 0 0,1 2-184,0-1 196,0 2-1,0-1 6,1-2-5,2-1 28,3-2 10,1-2-38,0 1-6,2-3 6,3 1 16,11-1 17,-2-1-33,6 0-1,-7-1-5,-3-1-117,0-1-208,3-3-67,-5-1-1244,1 1 1132,-5 1-61,-4 0-169,-3 1-336,-2-1 1070,-2 2 0,0 1 0,0 0 0</inkml:trace>
  <inkml:trace contextRef="#ctx0" brushRef="#br0" timeOffset="67604">15553 10552 10741,'-3'-1'2218,"1"-1"-1232,2 2-914,5 0-66,0 0 44,6 0-44,-3 0-6,1 0-45,1 0-364,0 0 230,3 0 50,4 0 129,-4-1 34,3-1-34,-7 0 0,-1-1 6,0 0-12,-1 0-44,0 0 44,0-1 0,-1 1 6,0 1 0,-1-1-5,0 1 5,0 0 0,4-3 0,-1 0-101,3-1-22,-2 0-6,1-1 123,-4 1 6,1 0 28,-4 3 28,0-1-22,-1 1 56,0-2 33,1 0-11,-2 0-45,1-1-33,0-1 50,-1-1-84,0 1 11,0-2 50,-1 2-16,0-1-112,0 1 61,-4-5 1,1 3 5,-3-2 0,2 4-45,-1 2 39,0 1 1,-3 2-40,-1-1 39,-3 1-10,-7 2 10,6-1-28,-3 1-27,6 0 61,1 1-39,0 1 39,-4 5 11,-1 4-11,-4 4 5,-2 2 23,3-2-28,1 0 0,1-2 0,2-1 12,-4 4-12,5-2 67,-1 3 28,4-3-22,1 2 0,3-1-68,1 2 68,0-1-34,2 1-33,-1 0-1,2-1-5,0 1-5,0 0 10,1-1 29,1-1-28,0-3 50,2-2-12,1-1-38,1-2 44,3 4-44,-1-3 0,4 3-1,-2-6 34,2-1-5,7-1 67,2-2-96,7-1 35,1-2-40,-5-1 11,-1-2 22,-5-1 7,-1 0-40,0-1 0,-1 0-415,-1-1 337,-1 1-29,-2 0-38,-6 4-57,-2 0-2475,-3 3 1002,0-1 1675,0 0 0,0-1 0,0 1 0</inkml:trace>
  <inkml:trace contextRef="#ctx0" brushRef="#br0" timeOffset="69030">16362 10321 11939,'1'-5'1115,"1"1"-930,-2 2 89,0 2-190,0-2 241,-3 0-325,0-2 73,-4 0 78,-1-2-50,1 1 0,0 0-28,1 1-1,-4 1-133,-2-1 55,-6 3-117,-8 0 11,5 1-28,-4 1 73,10 2 5,-1 1-11,-3 5-16,-1 1 83,-1 5 1,3-2-7,4 0 7,4-2 5,4-2-11,0 1-51,2-2 17,2 4-50,4 4 168,5-1-73,3 0 39,3-7-39,-1-3 6,3 4-102,-1 0 18,2 3-28,-3 1-12,-4-1 17,-3 0-162,-3-1-11,-2 1 145,0-1-11,-1 4 55,0-1 85,0 3 0,-2-2 0,1-5 0,-2 0 0,2-5 28,0-1-22,0 2 84,-2 1-90,0 1 45,-1 1-40,0-1 35,-1-1-35,0-1 1,0-1-1,0 0 46,-2 0 33,0-1-79,-3 0 23,-6 0-61,3-2 27,-3 0 1,5-1 5,0 0 67,-1-1 1282,1 1-1046,0-1 111,-2-2-291,5-1 40,-3-2 38,5 0-27,1 0-45,0 1 342,2-1-471,1 1-79,0 0-83,1 1-12,0 0-33,0 0-34,-1 0 11,1-2-123,-2-6-4575,0-3 4928,-1-7 0,2 10 0,0 2 0</inkml:trace>
  <inkml:trace contextRef="#ctx0" brushRef="#br0" timeOffset="70678">16597 10387 8886,'8'-1'1900,"-2"-1"-1413,-5 2 2246,-1 0-2548,1-3-39,-1 2-40,0-3 56,-1 1-156,-3-1 0,-3 0-6,-2 1 0,-2 0-12,-1 2-44,-1 1-56,-3 0-28,-5 0-162,-2 3 302,-3 3 0,2 3-39,6-1 39,3-1-6,6 0 12,2-2-12,-1 2 6,2 2-5,-1-1-1,1 2-117,1-2-101,3-2-45,1 0 112,1-2 157,4 0 11,4 0 29,12 1-7,4 3-139,6 1 11,-2 4 27,-8 1 35,-4 3-23,-7 1-168,-2 1-84,0 0-107,-4 3-302,-1-1 728,-1 3 34,-1-3-45,-2-3 6,0-5-6,-1-3 5,0-3 1,0 0 61,-1-2 717,-2 0-599,-3-1-11,-1-1-56,-1-1 22,1 0 0,1-1 67,1-1-6,1 1-49,-1-1 122,1 0 297,0-3-509,0-2 27,0-3 18,3 0-34,1 0-73,2 2-6,-1 2-207,0 1 12,1 2 33,-1 0-751,1 1 365,-1 0-914,0 0 404,2-2-919,-1-1 1983,1-2 0,0 2 0,0 1 0</inkml:trace>
  <inkml:trace contextRef="#ctx0" brushRef="#br0" timeOffset="72824">16987 10693 7095,'-4'10'1607,"-1"0"-1293,1 0 436,-1-1-481,0 2-28,0-3 17,2-1-29,-1-1 6,3-2-16,-2 1-46,0 0-27,-2 1-6,-1 3 403,-3 3-374,3-2 4,0-1-5,4-6 1563,2-3-1664,4-10 84,6-10-140,2-5-11,5-16 6,-7 14-6,2-7 11,-3 9-5,1-1-6,3-4 196,2 0-151,2-4-40,1 2 6,-3 7 23,0 0-28,-2 6-6,-1 0 16,4-8 12,-3 4-11,1-8 90,-4 9 66,-2 4-38,-4 7-34,-1 5-34,-2 5-78,-1 1-56,2-1 49,0 1 18,1-2 40,1 1-6,1-3-34,1 1 0,2-3 22,-1 1-22,0-1 0,-1 0 0,-1 2 56,-1-1-56,-1 3 6,-1-2-1,1 0 1,-1 0 11,1 0-17,-3 2 17,2 1-6,-2-1 0,2 1 23,-1-2-102,1 1 18,-1 1-455,0 0 505,-1 5 40,0 2-29,0 5 45,0 3 33,0 2-10,0 2-18,0 2-15,0 8 15,-5 21-55,1-4 0,-3 9-1,3-19-5,1-6 11,0-1 17,0-2-22,1-1-12,0 0 18,1 9-12,0-9 5,1 0-5,0-12 0,0-6-39,0 0-6,0-1 45,-1-1 0,1 0-5,0-2-1,0 0 6,0 1 0,0 2 6,0 2-1,0 3-5,0 0 0,0 0 0,0-1 79,0-3-79,0-1 67,0-1-39,0-2-1250,0-2 130,0-10 1092,-3-3 0,3-1 0,-3 4 0</inkml:trace>
  <inkml:trace contextRef="#ctx0" brushRef="#br0" timeOffset="73439">16953 10564 14583,'25'-2'235,"-1"1"-196,13 1 12,-4 0-46,0 0 1,0-1 11,-3 0-17,-4 0-11,-4 0-185,-10 0-219,-4 1-162,-7 0-1814,-1 0-601,0-2 2992,-3-1 0,2 1 0,-2 1 0</inkml:trace>
  <inkml:trace contextRef="#ctx0" brushRef="#br0" timeOffset="78992">11975 11340 7134,'-9'-4'1916,"2"1"-416,7 3-228,0 0-1071,1-4 1,1 2-28,1-2-84,0 0 27,3-2 130,1-2-197,2-1-44,0-1 89,-2 2-62,0 1 23,-3 2-44,0 0 49,-1 0 6,0 1-33,0-1 134,0 0-134,2-1-34,-1 0 39,1-1-34,-1 1-5,-1 1 6,1 1 5,-1 0 23,0 1 67,-1 1-12,0 0 1,-1 1 33,1-1-78,0-1 11,2 1-6,-1-1-11,1 1 1,-1 0-40,-2 1-566,0 0 656,-10 14-18,-3 3-72,-13 17-33,1-1-146,-3 3-57,4-4 186,0-1 44,-1 5-38,8-12 4,0 0 35,10-13-1,3-5 1,2-2-1166,1-3-269,7-10-840,0 0 2280,5-8 0,-6 9 0,-3 3 0</inkml:trace>
  <inkml:trace contextRef="#ctx0" brushRef="#br0" timeOffset="80470">12230 11618 8847,'1'-6'611,"0"-1"-448,2 1 50,1-1 78,2-2 78,1-1-5,0-1 23,1 1 5,-2-1-84,2 0 583,-2 0-706,1-1-29,0 0-77,-2 3-34,-1 0-23,0 3-11,-1 0 34,0 1-39,-1 2-426,-1 1 420,-1 8 72,0 3 12,-2 9-78,-1 4 84,-6 19-51,1-1 11,-3 13-50,2-7 0,-1-2 11,1-9-5,1-2-6,0-7 6,1-1-6,0-1 0,0 0 0,0 0 11,0-2-6,0 0 7,0-4-7,4-8-5,-1-2-56,4-7-1451,-2-1 258,-1 1-1747,0-3 2996,-3-2 0,4 1 0,0-1 0</inkml:trace>
  <inkml:trace contextRef="#ctx0" brushRef="#br0" timeOffset="82913">12299 11469 9761,'3'-7'1103,"-1"0"-1041,-1 7 2262,-1 0-2184,15-1-101,-1-2-5,15-2 5,-4 0-33,9-1 156,2 1-156,5-1-1,0 3-38,-15 1 22,-1 0 5,-15 2 0,1 3-5,3 4-174,-1 5-61,0 5 190,-2 1-6,-5-3-22,-2-1 45,-4-4-28,0-1-28,0-1 5,0 5-201,-1 0 224,-3 5 33,-4 7 34,0-9 0,-3 5 0,3-10 6,0-1 5,-4 0-118,-1 0 107,-4 1 0,1-2 0,4-3 34,1-1-29,3-3-5,0 1 0,-1-2 34,-2 0 398,0-1-337,-2 0-56,0 0-39,2 0 0,-1 0 6,3 0-6,-1 0 0,1 0 5,-2 0 68,1 0-39,0 0 61,-2 0-90,4 0-5,-3 0 12,3 0 27,0 0 6,-2 0 117,2 0-44,-1 0-12,2 0 23,3 0-40,1 0-223,3 0 173,5-2-39,2 0 0,5-2 0,0 1 6,1 1-1,2-2 1,5 0 16,2 0-22,6-1-5,-1 2-1,-1 1-89,1 3 39,1 4-6,-1 2-16,-6 2-28,-2 0-1,-7-2 46,-1-2-12,-1 0 28,3 2-39,0 1 45,2 4-208,0 4 191,-6-5 56,-2 2 0,-6-6-44,0-1 44,0 0 0,-1 1 39,0 0 11,0 1-44,-2-2 39,-3 0-45,0-1 0,0 0-56,-1 1 50,2-1-28,-1 1 34,1 1 56,-1-1 17,2-2-17,0 1-11,0-2-6,1 0-39,-2 1-5,-1 0-7,-1 2 12,-1 0 0,2-1 6,-1 0 33,2-1 12,-2-1 27,1 0 40,-5-1-40,-2 1-72,-5 1 44,-3 0 40,1-1-12,-9 1-33,8-3 16,-6 0 12,7-1-34,3 0-33,1 0 0,2 0 139,2 0 62,1 0 348,0 0-460,-1-3-5,1-1 55,0-3-111,-2-4-57,-1 1-10,-4-4-6,0 2 33,5 2 0,0 3 1,6 3-46,0 2 46,2 0-74,-1 1 124,2 0-39,-1 0 5,2 0 45,0 0-67,2 0 11,0-1-151,0 0-57,0-1-100,0 0-1770,0 0 1569,0 0-253,-1 1-403,-1 1 1165,-3 0 0,2 1 0,0 0 0</inkml:trace>
  <inkml:trace contextRef="#ctx0" brushRef="#br0" timeOffset="83769">13033 11258 6182,'-12'2'554,"2"1"-447,4-2-68,-2 3-39,0-2 0,3 0 0,0-1 0</inkml:trace>
  <inkml:trace contextRef="#ctx0" brushRef="#br0" timeOffset="84363">12930 11287 7626,'-6'-1'2034,"1"0"3998,6 0-5948,0 5-33,-6 6 5,-2 8-23,-7 4 1,-1 3-28,1-3-1,-1 1 1,-2 1-12,6-7 1,-1 1-40,7-10-151,3-3-40,1-3-1237,1-2 0,0 0 0</inkml:trace>
  <inkml:trace contextRef="#ctx0" brushRef="#br0" timeOffset="87638">13784 11513 11480,'7'-15'1216,"-1"0"-303,-4 9-745,0-1-6,-1 1 68,0 3-85,0 0 158,0 3 72,0 0-297,-1-2-44,2-1-23,-2-2-5,1 1 33,0-2-6,0 0-33,0 0-28,0-1 23,2-2-6,-1 3-12,0 0 18,-1 3-12,0 1 56,0 1-162,-1 10 190,0 8-61,-3 14 10,-3 26-1784,-3-4 1768,3-18 0,0 1-1290,-6 21 1290,-2 0 6,2-13-458,0-3 458,3-14 44,0-3-50,2-4 0,1-2 1408,2-5-1374,1-1 1460,1-3-1438,1-3 596,1-3-2214,0-2 644,-3-14 918,1-4 0,-1 1 0,1 3 0</inkml:trace>
  <inkml:trace contextRef="#ctx0" brushRef="#br0" timeOffset="89369">13634 11352 11054,'-1'3'1255,"1"0"-202,0-3-834,4 2-169,2 0 168,8 1-100,-3-1 11,4-1-51,-5-1 79,2 0-84,5 0 72,2-1-145,6-2-5,-1 0-1,-4-1 6,-3 3 0,-5 0 0,-2 1 0,1 0 0,2 0 6,0 0-1,3 0-5,4 0-5,-6 0-6,4 0 11,-7 0 0,1 1 0,4 1 16,-1 1-16,3 0 0,-3 0 0,-4-1-11,-3 0 6,-2 0-7,1 0 7,0 1 5,5 3 5,-1 0-5,4 2 0,-1-1 6,-7-3-6,0-1-50,-7-1 44,0-2-44,0 5-426,0 2 369,0 5-33,0 11 101,-2-6 33,-1 5 1,-2-10 5,0-2 0,-1 0-11,1-1 5,-2 0-33,-1-1 33,1-2 1,0 0 5,0-2 50,-2 0-50,-1-1 67,-5 0 572,-3 0-488,-5 0 118,-2-1-141,9-1-55,0 0-34,10-1 45,0 0-44,-5 1 161,-2 0-145,-3 2-45,-1-1-11,6-1 6,1 0 0,7-1-6,-1 1 11,-1-1-101,-2 0-61,-1 0-34,1 0-95,3 0-168,0 0-45,3 0-100,-1 0-236,-1-1-476,-5 1 1305,-2-1 0,3 1 0,0 0 0</inkml:trace>
  <inkml:trace contextRef="#ctx0" brushRef="#br0" timeOffset="90880">14165 11742 8830,'4'-5'2644,"-1"2"-745,-2 2-818,-1 1-650,0-2-425,0 1-6,0-3 6,0 3-488,0-1 482,0 7 0,0 2 50,-3 7-50,-1 8-5,-2 4-1,-1 7 6,1 0-50,0-5-1,0 2-133,1-8 184,-1 0 5,1-5 29,2-7 27,1-4 40,2-5 168,0-1-146,0-5 6,1-5-129,3-10-6,2-7 1,2 1 5,2-2-6,0 5-5,2 0-23,0 3 29,4 1-6,2 4 16,3 3-5,0 3 6,-4 5 83,-2 2-89,-3 2 0,1 0 6,0 0 84,0 0-85,1 0 62,0 0-67,0 0-5,0 0-34,-2 1 39,0 1-51,-2 2 51,-1 2 6,-2-1 27,-3-2-33,-2-1-134,-2-1-370,2-4-302,-2-2-522,1-6-940,-1-2 2268,0 0 0,0 5 0,0 3 0</inkml:trace>
  <inkml:trace contextRef="#ctx0" brushRef="#br0" timeOffset="92532">14800 11757 7369,'5'-2'717,"3"-1"706,0 1-858,2-1-55,-1 1-163,-2-1-39,-2 2-84,-4 0 62,1 1 2548,-2-2-2728,2 2-38,-2-2-12,1 1-56,-1-1 0,0 0 16,-1-1 46,-1-1-56,0-1-6,0 0 0,-1 0 5,1-1 1,-1 2 89,1-1-5,-1 1-85,-2-1 40,0 1-90,-3 1 45,-1-1 0,-1 3-5,0-1-7,-1 2 7,-2 0-46,1 0-38,-3 0-96,-3 3-28,0 3 163,-2 2 44,0 2-5,6-1 11,0 0-6,4-1 12,0 2-12,-1 1-22,-1 1-145,-3 3-438,0 1 555,-2 3 56,2-2 0,4-4 0,3-1-5,2-4 5,3 0 0,0-1 5,1 2 57,2 0 89,0 2-145,0 1 33,0-1-33,0-1-1,0 0 40,0-4-45,0 0-11,2 0 16,0-1 91,3 1-63,0-2-33,2 1 39,-1-2-33,1 0 0,0-1 44,0-1-11,1 0-33,-1-1 27,2 0-5,1 0-16,2 0-12,0 0-34,-2 0 34,-1 0 0,-1 0 6,0 0 38,11 1 46,-5-1-84,8 1 5,-7-1 45,-2-2-56,-1-1-67,-1-4-57,-1 1 52,5-5 72,3-5 112,3-5-112,-1-4-51,-1 1 46,-7 5-1,-3 2 0,-7 3-44,-1 2 44,0-2 6,-1 1 0,0 1 0,0 2-50,0 2-84,0 2 134,0 1 0,-1 2-40,-1 0-10,-2 0 44,-3 0-139,-9-3 5,1 2 11,-6-3 0,5 2-67,1-1 17,0 1-135,-3-2-420,4 3 734,0 1 0,8 3 0,2 0 0</inkml:trace>
  <inkml:trace contextRef="#ctx0" brushRef="#br0" timeOffset="94421">15432 11630 7794,'8'-4'2320,"-1"0"-1828,-2 1-133,-1 1-85,-3 0 3109,1 2-3360,-14-1-23,3 1 0,-18-1 11,10 1-11,-4 0 5,5 0-5,-6 4-11,4-1-129,-4 5 84,7-2 90,1 1-34,4-1 0,-1 0-28,5-1 28,-3 0 28,1 2-28,-5 2 0,1 0 0,-2 2-51,1 1 51,5-4 0,1 1 6,3-4 0,1 2 134,-3 6-84,0-2-56,-1 6 0,1-4 0,1-3 0,2-2-34,1-3-22,1-1-50,1 0 106,0 0 5,0 1-5,0 0 17,4 3 22,0-2-5,2 1-34,-1-2 0,0-1-51,0 0 51,3 1 40,0-1-35,4 1 1,5-1 27,-4-2-33,4 1-11,-5-1 45,7 2-29,3-2 18,7 0-23,0-2-51,8 0-66,-13-2-46,4-1 51,-17 0 6,-1-1 22,-2 1 17,-1 0 106,-2 0-22,0 0 16,-2 0-33,-1 3-537,0-2-785,-2 0-890,2 1 928,1-3 1284,2 1 0,-2 1 0,-1 0 0</inkml:trace>
  <inkml:trace contextRef="#ctx0" brushRef="#br0" timeOffset="96031">15531 11692 9150,'-6'4'2397,"2"-2"-655,4-2-1758,0 1 16,0 1 95,2 1-6,2 2 18,6-2 50,5 0-146,4-2 22,3-1-21,-3 0-7,1 0 1,-3 0 44,0-1-50,1-2 0,3-5-11,0-1 67,2-2-11,2-2-45,-11 4 61,1-1-55,-9 4-6,-1 0 73,0-1 44,-2 0-77,1-1-24,-2-3-16,0 3 6,0 0-12,-2 4 12,1-1 0,-1 1-6,1-2 0,-1-1 0,0 0-45,0 1 11,0 0-33,0 1 33,0 1 34,0-1 45,-1-2-17,-1 1 39,-2-1-67,-2-1-5,0 4-1,-1 1-72,0 2 44,-1 1 29,0-1 5,-3 1 0,0 0-12,-4 1 7,1 3 5,1 1-11,-1 2 5,3 0-28,-2 2 34,0 0 6,-2 4-40,1 0-5,-3 4 78,1 3-33,5-4 5,0 2-5,5-6-1,0 2 1,-3 4 0,-1 2-6,-1 3-45,-3 3 6,7-10-107,-1 2 135,7-11 11,1 1 5,0 2 57,4 1-28,2 3-23,5-2 22,-2-3 51,2-1 6,0-4-34,0-1-50,3 0-1,7-1 68,5 0-39,8-1 5,13 0 0,-15-1 39,5 0 57,-20 0 10,-2-1-49,0-2 21,-3 0-117,-1-1-50,-1 1-23,-4 1 11,-1 1 18,-1 1 44,-1 0-12,0 0-223,-1 0-1782,0 0 1,-2 0 0</inkml:trace>
  <inkml:trace contextRef="#ctx0" brushRef="#br0" timeOffset="97615">16256 11465 13284,'3'2'185,"0"-1"1383,-3-1-1647,-13 1-111,-1 3 190,-13 1-45,1 3 39,3 0 6,1 1-39,4-2-28,2 1 67,1 0-73,0 2-67,2-1 28,1 2-5,2-2 5,5-2-68,2-1 85,3-1 22,0 1 62,0 1-11,8 2 33,4 1-11,9 1 6,3 1-6,-2-4 0,-1 2-56,-3-3 5,-2 1 46,0 2-35,-1 3 18,-1 3 22,-1 3-6,-2-1-27,-5-4-40,-1-1 67,-5-4 6,1-1 0,-1 0 0,0 0 0,0-1 0,0 0 45,0-1-39,0 1-6,-2-2 207,-1 1-196,-3 0 62,0 1-39,-1-2-29,-2 1 74,-1-1-35,-2 0 1,-1 0-39,2-2-6,0-1-6,0-1 1,1 0 5,0 0 0,1 0-12,-1 0 12,2-1 34,0 0 44,2 0 96,1 0-45,2 0-73,0 0 11,1-2-28,-1 1-33,1-3 39,0 1 106,-1-1-112,0 0 45,1 0-39,1 2-51,0 1-83,0 1-23,-1 0-135,-1 0 40,-1 0 67,-2 0-34,-1 0 96,0 0-62,1 0-11,3 0-2723,1 0 1609,5-5-1547,2 0 2812,4-4 0,-3 4 0,-2 2 0</inkml:trace>
  <inkml:trace contextRef="#ctx0" brushRef="#br0" timeOffset="99016">16681 11574 7643,'5'-7'2235,"0"1"-1579,-5 6 363,0-1-27,2 0-757,-1 0 1966,1 0-2173,-2 0-28,-4-3 5,-3 1-16,-5-1 17,-3 2-6,-2 1-56,1 0 56,-3 2-51,1 4 1,-4 2-12,2 4 57,3 0-7,1-1 7,5-2 5,0 1 5,0-3-5,3 2-5,-1-2-57,0 4-22,2-4-5,2 2-63,4-5 102,1 0 16,0 0 34,0 1 56,3 1-56,7 3 129,4 2-123,7 1-6,1 0-6,-3-1-27,-2-2 21,-3 0-44,-2-1 56,0 1-50,-1 1 39,2 2 11,-1 0 0,2 1-34,-1 1-72,-4-4-23,-2-1 6,-3-2 33,-2-1-335,0 1 385,-2-1 40,0 0 0,0-1 0,-2 0 12,-2 1 88,-5 0-66,-2 0-34,-1-1 6,1 0 55,0-1 242,1 1-208,-1-1-45,-1 1 12,3-2-62,-2 1 33,1-1-33,-1 1 12,0-2-12,0 1 56,-1-1 268,-1 0-122,4-1-12,1 0-22,4 0-16,3-2-46,0 1-50,-1-3-174,0 3-1338,-1-2 392,2 3-275,-2-2 1339,2-2 0,-1 2 0,2-1 0</inkml:trace>
  <inkml:trace contextRef="#ctx0" brushRef="#br0" timeOffset="100574">17104 11572 7503,'2'-6'1428,"0"0"-1069,1 2 11,0 1 901,0 0-868,0 1 303,-1 0-453,0 2 430,-1 0-515,0-3-79,0 1 180,4-6-123,-3 3-34,3-2-11,-4 3-23,1 0 23,0 1-23,-2 1 152,2-1-157,-2 0 22,1 0-90,-1 2-598,1-1 593,-2 9 145,-4 4-145,-3 12 68,-8 22-68,0-2 2,6-14 1,-1 1-3,-7 17-20,5-18 1,1-2-680,-5 9 683,-3 3-162,9-21 173,1-1-1,2-1-5,1 2-28,2-1 33,1 1 659,2-4-670,1-3 201,1-3-190,0-3-44,-1-2-129,1 0-23,-1-2-3892,0 1 2716,0-10 1378,2 1 0,-1-3 0,2 5 0</inkml:trace>
  <inkml:trace contextRef="#ctx0" brushRef="#br0" timeOffset="103501">17097 11460 7610,'-9'0'3159,"3"1"-2801,6-1 2404,0 0-2566,11 0-157,0 0-28,11 0-5,-4 0 33,8 0-34,3 1-5,5 2 0,8 5 0,-15-2 0,3 2-5,-18-2-6,-2-1 5,0 3-22,-1 1 34,1 3 10,0 0 24,-2-2-40,-1 0 0,-2-4 0,-1 0 0,0-2 0,0 1 16,0-1-10,-1-1-6,1 1-45,-3 0 40,2 3-7,1 5 12,0-1 45,0 0-45,-3-6 6,1-4-505,-2-1 449,-1 2 100,-4 1 40,-6 3-90,0-2 39,-1 0-33,4-2-6,0-1 5,-7 3-447,-3-1 246,-8 3-252,-9 1 297,12 0 140,-4-1 11,15-2 33,3-3-27,0 1 240,2-2-240,-3 0 11,-2 0-17,2 0 16,-2-1 24,4 0 16,0-2-56,-1 0-12,1-1-21,-2 1 27,-1-1 6,4 3 39,0 0 29,5 1 1130,1-1-1125,8 0-6,3 0 0,9 3-67,1 2-45,7 6 45,-9-2-11,3 2 6,-9-4-1,1 0 6,5 2-202,1 0 107,4 3-22,3 4 55,-10-5-28,1 2 18,-11-6-35,-2 1 6,2 1-162,-2 2 230,2 1-7,1 2 40,-3-4 0,2 1 0,-2-3 0,0-1 0,0 3 12,1-1-7,-1 1 1,-1 1-12,1-4 1,-1 0-63,0-2 63,-1-1 5,1 0-6,1 1 90,-1-1-78,0 1 39,0-1-45,-2 1-56,1 1 56,-2-1 5,0 0-5,0 0 34,0 1 55,0 0-55,0 1-34,-2-1 0,2-1 45,-3-1-40,1-1 57,-1 0-28,-1 0-18,-4 1 24,-1-1-29,-3 2-6,-2 0-5,3-1 45,-1 0-45,3-2-39,-1 0-51,-1 1 51,-1-1-123,-1-1 195,0 0-33,0 0 6,3 0 100,2 0-55,1 0 10,1 0-61,-1 0 56,-5 0 62,0 0-62,-4 0 28,0 0 22,4 0 1,1 0 22,5 0-79,0 0 6,1-2-50,-3 0 89,0-1-22,-5 0 83,0 1-10,2-1-45,2 1-23,4-1-5,0 1 28,1 0-6,-1-1 589,0 0-516,-1-3-51,0 2-89,1 0-28,0-1-5,1 3-29,-1-2 29,-1 1 27,-1-1-16,-2-1-6,0-1 5,2 1-5,1 1 0,2 2 0,1-1 6,1 2 44,0-1 689,1 1-716,0-3 10,1 1-27,0-1 28,-1 0 100,-1-4-128,0 2-1,0 0-5,1 2 0,1 3-1837,0 0-174,0-2 2011,-1-2 0,1 1 0,-1 0 0</inkml:trace>
  <inkml:trace contextRef="#ctx0" brushRef="#br0" timeOffset="144481">15003 10097 16292,'3'-6'78,"1"-4"-72,0 1-1,2-3 6,1-3 6,1-1-11,4-4-1,0-2 1,-2 4-6,-1 1 6,-2 3 5,-1 1-6,1 0-5,3-6 6,2-1-6,4-6 6,0 0 5,-4 6-6,1 1-5,-4 5 6,0 2 5,-1-1-11,1-2 0,1 0-5,2-5-1,0 0-44,0 1 10,1-1-21,4-5 5,-4 6 50,4-6-5,-3 5-123,11-15 83,-1 3-22,3-5-16,3 1-253,-2 3 337,10-12-2,2 2 7,-7 9 0,-2 3-16,-7 9-29,1 1 39,12-11 6,-7 9 0,9-8 0,-7 9-22,-1-1 27,4 0-5,-2 0 6,-5 3-6,-1 2 6,-5 3-6,1-1 5,0 2 6,-1 0 23,-1 1 17,-2 1-51,-3 2 0,-3 3 0,-6 3-6,-2 2-33,-4 1-57,0 1 96,1-1 0,1 0 12,5-2-7,3 0-5,3 0 0,1 0 0,-2 0 0,-3 2 0,-3 0-213,-5 1-1427,-1 0 239,-6 0 1401,-12-1 0,8 1 0,-7-1 0</inkml:trace>
  <inkml:trace contextRef="#ctx0" brushRef="#br0" timeOffset="148109">16702 8793 10248,'6'-3'1999,"-1"1"-1769,-5 2-174,1-1 62,0 0 50,1 1-39,-1-2-73,0 0-51,0 0-5,1-2-218,0 0 128,1 0-55,1-2 111,-1 2 23,0-1 0,-1 3 5,0-1 6,-1 1 6,1-1 100,0 1-11,-2-1 6,1 1 280,-1 1-319,-2-1-57,-1 2-5,-4 0 6,-2 0-6,-1 0 0,-1 0 0,-4 0 0,-2 4 0,-5 1 5,-1 6 1,1 0-6,-1 1 6,1 1-1,-1 2 51,-14 7-56,5-1-17,-8 5 23,10-5-12,-6 6-5,13-7 6,-3 3-29,12-8 28,1 0-33,2 1 28,-2 1 11,3 1 0,-1 0-39,1 3 33,4-7-33,1 1-6,4-7 45,0 1-50,1 6 27,0-2 18,2 3 5,1-4 0,1-3 0,0-1 0,-1-1-6,2 0-55,3 4-152,2-3 207,4 2 96,1-2 5,5-2-39,-5-2-6,2-1-44,-5-3 28,-1 1-34,2-1 0,6 0-17,2 0 17,7 0 0,-1 0 0,-3-1 5,-2-1 7,-4-1 27,-2-3 0,7-3-28,-4-2 118,6-3-6,-4-1 28,3-6-39,-8 6-100,2-5-7,-8 7 6,-1-1 45,0 0-56,1-3 107,-1 1-6,1-2 83,-2-2-144,-3 8 32,0-2-10,-4 8-6,0 0-17,0-2 6,0 0-45,1-5-101,-2 0 40,1 1-46,-1 0 18,0 2 89,0 0 5,0 1 40,-4-3 11,0-1-56,-5-1-6,-5-3-50,4 5 51,-3-1-102,3 6-21,-2 1 21,-6 1-559,-2 1 347,-6 3-152,0 0-89,5 2-230,1 3-168,1 3-538,1 4 1496,-1 2 0,10-6 0,2-2 0</inkml:trace>
  <inkml:trace contextRef="#ctx0" brushRef="#br0" timeOffset="149382">17251 8907 6904,'13'-4'1798,"-1"0"-465,-7 3-1142,2-2 5,0 1 56,0 0-51,-2 2-55,-3-1 638,-1 1-549,-5 0-78,-1 1-61,-6 1-18,-5 6 247,-6 5-252,-7 6-62,-4 3-11,3 0 5,-2 2-203,3 0 198,-3 2 5,-1 1 6,-13 10 179,22-18 1,-1 0-127,-3 3 1,-1 0-508,3-2 0,1-2 499,-9 7-71,9-8 200,17-12 3,3-1-183,2-3-1349,2 0 728,6-2 863,1-2-1003,6-3-1576,-1 0 1318,-1 0-83,-3 2 1097,-3 2 0,-2 0 0,-2 2 0</inkml:trace>
  <inkml:trace contextRef="#ctx0" brushRef="#br0" timeOffset="150212">16888 8993 9733,'0'-6'2599,"0"1"-2274,0 3 1265,0 1-1478,2 4 6,2 2-57,2 6 12,3 1-11,2 1-6,3 2-23,1 1 12,11 11-23,2 4-10,7 8-7,-2-1 1,-9-9-6,-2-5 11,-10-11-11,-2-3 0,0-3-50,0-1 50,-1-2-163,1-2-50,-2 0-95,-2-2-173,-2 0-152,-1 0-146,-1 0-246,2 0-604,0 0 1629,-1-2 0,-2 1 0,0-1 0</inkml:trace>
  <inkml:trace contextRef="#ctx0" brushRef="#br0" timeOffset="151993">17595 8783 12107,'0'-4'1272,"1"1"-1126,-1 1-23,1 0-34,-1 0-33,0-1-50,2 0 5,-2-1-5,1-1 5,0-2 45,0 2 11,0-1-67,0 2-84,-1 1-213,0 2 353,-3 7 163,-8 11-152,-1 4-28,-7 9 12,3-2-51,-1 1 33,1 3-33,0 1 0,3 0 0,-1 2-22,3-1 16,0 1 1,0-3 5,3-7 5,1-1-5,-3 1 0,2-6 6,-3 4-1,4-7 7,0-3-12,0 0 5,2-4 1,3-4-1,1-2 1,1-3-17,-1 1-23,0 1-83,0 0 117,0 2-6,-1 0 0,1-1 6,-1 0-5,0 0 5,-1 0-11,0 0-101,0 1-45,0 2-448,-2 3 599,2-2 6,-1 0 40,3-5-57,0 0 17,1-18 0,0 13 0,0-13 0</inkml:trace>
  <inkml:trace contextRef="#ctx0" brushRef="#br0" timeOffset="154035">17800 8810 9167,'-5'0'913,"1"2"-683,1-1 5,0 2 39,0-1-39,-1 1-44,1 0-57,-2 0 146,1 1-207,-2 1-23,-1 0 23,1 0 6,-1-1 66,2 0 34,0-1-21,1 0 27,-1-1-57,1 0 320,1 0-324,2-1 368,0 0-290,4 0-202,3-2 6,5-2 27,2-1-22,1 0-5,-1 0 44,1 1-10,5 0-35,-2 1 18,6-2-23,-3 3-6,1-1-28,-3 2 34,1 0 6,-5 0-6,-1 0-6,-2 0-27,-1 0-51,-2 0-224,-2 3 319,-1 1 101,0 5-84,-2-2-22,0 5-12,-2-3 6,-2 9-11,-7 2-297,-5 9 218,-8-1 57,-1 1-29,0-5 51,3 0-51,2-7-39,2 0-296,-6 3 156,3-3-504,-4 3 655,2-6 51,0-1 39,3-4 50,2-1 23,2-2 17,1-1-18,-1 1 40,1 0 0,-4 0 51,0 0-23,-1 0 23,0-1 22,7-1 33,2-1-117,4 0-56,1-1 22,-2 3-28,0-1 28,-1 2-67,0-1 51,1 0-1,2-2 40,1-1 330,2-1-292,4-1-10,2 0-73,5 0-34,9 0 79,4 0-85,8 0 1,2 0-1,-5 0 68,-1 0-17,-5 0-56,-1 0 6,-1 0 27,7 2 23,3 1-50,6 2 28,0 0-34,-8-2 0,-4-1 5,-9-2 51,-2 0-56,-5 0 34,-1 0-426,-4 0 392,-2 0-2129,-2 0 528,-5-2 1601,1-1 0,-2 0 0,3 1 0</inkml:trace>
  <inkml:trace contextRef="#ctx0" brushRef="#br0" timeOffset="155535">18162 8825 11200,'4'-3'2308,"-1"0"-2056,-2 3-28,-1-2-151,-4 2 16,-1 0-22,-5 1-27,-3 6 88,-1 3-122,-5 5-6,-1 5-6,3-1 1,1 4-1,4-1-5,2 1 5,0 0-33,3 8 22,2-1 17,1 5-5,3-2-1,0-8 1,1-4-7,0-9-27,0 0 34,0-1-29,5 1 23,1 1-45,5-1 5,5 3 51,-5-6 84,3 0-11,-5-7 11,0 0-39,6-1-196,2-1 145,5 0-33,7 0 33,-9 0 6,2 0 6,-10 0 0,-3 0-1,6-1-72,0-1 61,7-3-72,11-4 72,-8 1 1,6-3-1,-13 3 1,-2-1 5,1 0 56,0-3-45,1-1 106,1-3-21,-5 3 49,0-3-55,-3 2-29,-1-1-21,0-1 32,-1-5 130,0 0-168,0-2 16,-1 2-44,-3 4 27,0 2-27,-3 4-6,1-1-11,-1-1-62,-1-6 140,1-1 23,-2-4-12,0 1-16,0 8-6,-2 1-6,0 8 12,-2 0-62,-1 1 5,-5-1-22,-1-1-22,-5-1-78,-10-1 27,6 2-39,-8 0 6,9 3 33,-1 2 23,-1 1-174,-1 0 208,-1 1-12,-4 0-28,8 0-89,-2 0 50,6 2-28,0 1 45,-6 5-1132,-2 2 263,-5 4-284,-2 3-791,6-5 2039,-1 2 0,14-9 0,3-1 0</inkml:trace>
  <inkml:trace contextRef="#ctx0" brushRef="#br0" timeOffset="159885">17481 11389 8209,'-10'1'986,"3"-1"-723,7 0 1877,0 0-2096,-4 5-38,0 0 84,-4 3 27,1-2 74,1-1 56,1-1 49,2-2-38,2-1 1920,1-1-2032,5-4-146,1-2 39,7-4-33,1-3-1,5 0 1,0-1 0,3-1-6,4 0 5,5-4-5,6-1-624,6-4 652,-11 10 0,2 0-1169,2-1 1,2 0 1160,8-2 0,2 2-843,-1-1 1,-1 2 771,-8 4 1,-2 1-327,-2 1 0,-3 0 338,12 0 313,-6 1-616,1-1 202,-13 2-269,-1-1 1843,-14 2-2100,-5 1 1333,-3 0-1899,-1-2 424,-5 1 808,-2-1 0,1 3 0,0 2 0</inkml:trace>
  <inkml:trace contextRef="#ctx0" brushRef="#br0" timeOffset="162736">19145 10555 9778,'3'2'929,"-1"0"1233,-2-2-2156,-5 0-6,-9 3 106,-9 1-50,-9 4 0,-2 3-39,-8 3 17,9-2-34,-1 2 17,10-3-17,-6 6 5,-1 3-10,-6 7-46,-6 10-969,13-9 1020,-2 5-367,16-14 367,1 0 0,-2 4-17,1 0-89,-1 5 33,4-1 73,5-7-62,3-1 62,4-7-39,1 0 6,0-2 1007,5 3-980,2 0 414,4 1-408,8 2-28,-5-5 16,5 0-172,-7-6 184,-2-1 84,4-1 123,2-1-207,3-1 5,1 0-5,-2-1 6,-1 0-6,-4 0 6,1 0-1,0 0 34,4 0-27,2-2 4,5-1-10,1-3 50,4-3-56,-7 0 0,2-2-6,-6 1 6,8-4-11,0-2 11,7-2 51,2-4-18,-13 9 40,-1-3 84,-15 8-6,-2-1-101,0-8 46,-3-3-52,0-9-4,-2-2-1,0 5 34,0 3-1,-1 7 18,-2 2 39,-2 0 11,-5 0-62,0-1-111,-6 0-29,0 1 62,-2 4-11,-3 2-34,0 5 34,-4 0 5,-2 1 6,-4 1-1557,1 0 22,-3 3-672,4 4 2207,6 4 0,10-3 0,7-1 0</inkml:trace>
  <inkml:trace contextRef="#ctx0" brushRef="#br0" timeOffset="163916">19774 10760 12550,'3'-3'616,"1"-1"-582,-3 3-29,2-2 40,-1 2 6,-1-1 16,0 0-62,1 0 29,1 0-34,-1-1-6,1 1-38,-2 1-91,0 0 135,-11 2 269,-5 6-230,-14 2 0,-6 9-27,1-1 44,-3 2-56,5-1 0,-1 1 0,0 1 0,-9 8-219,-3 0 216,19-11 1,0-1 2,-25 15 0,13-10 5,5-5 62,14-8 29,2-2-52,6-2-38,3 0-516,4-3-1473,3 0 354,9-1 1629,-2 0 0,3 0 0,-5 0 0</inkml:trace>
  <inkml:trace contextRef="#ctx0" brushRef="#br0" timeOffset="164668">19444 10747 10293,'5'-9'2576,"0"3"-1864,-5 6 1141,0 0-1814,2 4 12,2 6-29,2 7 24,3 7-41,4 4-5,-1-2-140,3 0-40,-1-4 40,0-1-16,0-1 10,0-1 17,2 2 73,-1-3 51,2 2-29,-3-3 23,-3-5-51,-4-4-11,-2-4 1,-2-1 21,1 0-72,0-1-17,4 0 224,2 0-84,3 1-146,0-2-251,-2 1-342,-3-1-259,-4 0-519,-3 0 135,0 0 0,-1 0 1</inkml:trace>
  <inkml:trace contextRef="#ctx0" brushRef="#br0" timeOffset="166314">20066 10311 10808,'6'2'958,"-1"0"-958,-1 0-62,-3 0-705,0 0 649,-1 1 23,1 2-11,0-2 33,0 1 39,0-1 34,0-1 0,0 0 39,-1-1 1950,1 0-1989,-1 3 123,-1 1-28,-4 5-16,-2 3 5,-2 2-28,0 3 33,0 1 35,0 5-35,-1 3-27,-4 16 16,-1 8-75,7-20 0,-1 2 11,-2 7 0,0 0-20,-3 13 6,5-23 0,1-2-5,0-3 5,1-4-6,1-3 62,-2 2-56,0-3 0,-2 3 0,2-3 0,-1 0 0,2-3 0,0 0 0,2-2 6,0-2 50,-1 1-56,2-5 100,0 1-100,3-3 45,-1 1-39,-1 0-1,-1 2-5,0 2 6,1 1 0,-1-1 5,1 1-6,-1-3 57,2-1-62,0-3-3030,2-1 1591,0-13 1439,6-6 0,-4 2 0,3 2 0</inkml:trace>
  <inkml:trace contextRef="#ctx0" brushRef="#br0" timeOffset="169125">20213 10547 13536,'9'-3'330,"3"-1"-201,12-3-118,-4 2-5,7-2-1,-7 3 1,10 0 5,-2 1-11,7 1-39,-8 1-73,-4 1-50,-9 0 5,-3 1 157,-6 1 67,0 1 34,2 6-101,-3 2 17,2 5 33,-3 1-28,-1 7-22,-1-6 0,-1 2-39,0-9 28,0-2 5,0-2-44,0 1-73,-3-2 67,0 1-17,-7 1 62,1-3-23,-5 2-44,3-3 27,-2 1 12,-2 0-73,-5 0-157,-2 1 129,-6 0 62,0 0 67,3-2-28,2 0-34,4-2 34,0 1 5,2-1-16,0 1 94,1-1 1,2 2 218,2-2-128,7-1-40,1 0 1059,4-1-1115,7 0-34,1-2 7,14 0 38,1-2-89,8 1 39,1 2-6,-8 0 1,-2 1-1,-7 0-100,0 1-6,0 2 44,3 5 18,2 4 56,2 3 5,5 5 28,-9-6-39,2 2-39,-11-9 5,-1 0-16,-1 2-62,-2 1 73,1 2 33,-2 0 6,-1-1-6,0-1-27,-3-2-23,2 0 11,-2 0 6,0 1 22,0 0 17,-1 2-17,-2 2-56,0-4 17,-2 3 51,3-7-6,1 1 5,-2 0-16,0 1 22,-2 0-40,-1 0 35,0-1-1,-1-1 6,1-2-5,0 0-1,-1 1-44,-2-1-107,-2 2 151,-3 0-27,-9 1-23,5-1 22,-5 0-44,6-2-102,0-1 1,-5-1-12,-1 1 191,-6-2 11,-8 0 1,9 0 27,-4 0 73,13 0 213,3 0-95,0 0 795,3-3-925,2-1-49,3-3-51,5 1-56,1 0-56,2 1 5,0 0-38,0 0-12,0 2-1602,0 0 1266,0 1-1360,0 0-1637,0 0 3490,-2 0 0,1 2 0,-1-1 0</inkml:trace>
  <inkml:trace contextRef="#ctx0" brushRef="#br0" timeOffset="170962">20913 10558 11609,'0'-3'190,"1"0"-145,-1 2 1216,0-1-1116,-2 2 29,-3 2-135,-8 8 196,-2 6-184,-6 7-51,1 1 11,5-5-6,2 0 7,6-6-7,0 2 1,0 1 50,-2 7-17,-1 1-39,-2 6-6,0 0 1,3-8-1,2-3 1,3-6-1,2-2 0,-1 1 6,2 1-61,0 2 55,1 2 6,0 1 0,0-5 0,5 3 6,-1-8-1,4 3 1,1-2-107,1 0 101,4 1 39,1-1 79,0-3-45,7-2-68,-8-3 29,6-1-34,-4 0-50,0 0 50,4 1 0,0-1 5,-3 0 1,-2 0 5,-3 0 23,-1 0-34,0 0-6,5 0-162,1-2 162,4 1 1,1-2-1,-7 1 6,-1 1 39,-6 0-5,0-1 16,1 0-16,4-4-135,2-3-50,6-5 78,-1-3 23,-3 2 50,-1 0 0,-6 2 11,-1 1-5,-1-1 44,1-5 437,-1-3-431,1-5 34,-1-1 33,-2 5-17,-1-2-27,-3 10 50,0-2-68,-2 2 253,0 2-197,-3-5-21,-1 1-46,-2 1 12,-1-3-62,3 5 5,-3-3-5,-1 1-145,-2 1 133,-4-2 7,-2 1-1,2 4-5,-1 2 5,1 4 1,0 1-51,-20-2 61,3 0 29,-17-1-34,9 2 0,11 1 0,2 1 0,11 1 0,-1 0-6,1 1 1,-8 0-18,-3 1 18,-8 2-12,-3 2-33,5 2-118,1 2-219,8-1-464,3-1-415,3-1 1266,-1-2 0,10-2 0,0-1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7T18:26:38.686"/>
    </inkml:context>
    <inkml:brush xml:id="br0">
      <inkml:brushProperty name="width" value="0.09071" units="cm"/>
      <inkml:brushProperty name="height" value="0.09071" units="cm"/>
      <inkml:brushProperty name="color" value="#FF0000"/>
    </inkml:brush>
  </inkml:definitions>
  <inkml:trace contextRef="#ctx0" brushRef="#br0">2794 7422 6518,'6'-3'3064,"-2"1"-2913,-3 2 3646,0 0-3797,-4 2 0,2-1-5,-5 8 5,4-4 0,-2 5-6,1-5 0,-2 6 46,1 1-24,-2 2-44,0 4 84,-1 7-50,2-8 50,-3 14-45,2-8 6,-2 1 17,2-3 66,-1 0-66,3-10-23,-2 7-11,3-9 45,-2 8-39,1-6 10,-3 9 24,1-3-40,1-2 16,-6 14-16,7-14 0,-14 35 0,12-36 0,-7 21 12,11-29-24,-2 6 12,1-4 0,-2 6-5,1-5-3387,-16 43 3392,12-30-1252,-12 32 1241,17-40 5,-2 0 1,2 1 5,-3 9 22,-1 4-22,-1 1 0,1 1-11,-3 9 5,-4 14 2784,7-27-2778,-4 10 1860,-1 0-1868,-3 13 0,-2 6 5,3-5 0,0 1 3,2-12 0,0 1 0,0 1 2,0 2 0,-1 1 0,2-5-2,2-8 0,1-1-23,-5 9 1,0 4 27,1 7 1,1-1-1,4-19 1,0 0-6,-4 17 0,0-3-1762,3-11 1846,2-14-28,-1 2-39,-3 11 28,-2 11-45,1 1 0,0 6 11,3-11 3,-2-2 0,-1 1-14,-1 6 3,2-9 0,0-3 2,1-6 1,-1 0 246,-8 19-190,4-13-6,-7 13 1801,10-23-1852,1-1 6,3-6-5,0 1-6,0 0 6,-5 19-6,2-5 22,1-1 0,0 0-16,-2 10-3,2-8 0,-1-1-9,-1 5 6,3-4 0,0-1 6,1 1 38,-2 9-32,5-19-1,0-1-1713,-7 35 1,0 5 1701,4-18-394,-4 17 0,2-6 394,8-37 0,0 2 0,0 1-2002,0 4 2013,-1 7 1,0 4 994,0 3 1,-1 4-1007,1 0 0,1 3 0,-1-2 0,0 3 0,0-2 5,1-1 1,1-5 22,0-3 759,0-6-787,0 0-2229,5 28 2229,-2-20 1131,1-2 1,2 2-1107,2-5 0,0-2-25,7 28 34,-1-13 0,1 0 173,3 10-191,-2-7 1,-1-1-5,-1 0-335,-4-15 1,-2-3 322,-1 0 2867,0-2-2867,0-1-45,4 11-28,-4-14 73,8 24 22,-5-18 929,6 16-948,-4-3 0,0 2 210,5 10-249,-3-5 0,-1-1 41,0-3 57,0 7-54,-6-20 1,0 0-49,4 19 18,-5-17 0,1-1 27,3 5 1,5 11 55,-1-5-49,5 12-12,-6-14 5,2 1-16,4 2 5,-4-11-89,1-1 0,1-1-56,2 0 61,10 19-223,1-13 268,-11-13 39,17 13 6,-24-24 0,10 11 0,-13-13-3397,9 11 3397,-5-7-6,8 7 12,-6-7-12,3 0-44,-1 0 50,4-1 5,-8-6 3382,3 0-3393,2 0 12,-6-3 22,39 17-34,-16-6 9,-6-3 0,1 0-9,12 6-11,-4-2-16,2-1 21,17 1 18,-19-5 22,12 0-28,-24-6-6,11 4 6,2 1 0,-8-2 0,2 0 6,18 4-9,-20-6 0,0 0 3,7-1-5,9 0-1,-16-3 1,0-1 5,22 3 0,5 0 0,-17-1 5,-16-3-5,6 2-11,9 0 11,-14-2 11,14 3 0,2 0-5,-6-1-6,-3 1 0,-1 0 0,0-1-11,-5 1 16,6 0 1,5 3 33,-6 1-33,-2-1-1,-11 1 1,2 1 0,-5-1-12,6 3 17,-6-2-5,0 0-1,6 5 1,2 0 0,7 3-6,15 11-6,-6-4 0,5 2-5,-13-8-22,-7-8-23,25 2 39,-4-6-4,-8-3 1,7 0-1,-5-1 21,18 1 2,-19-1 0,4 1 0,-2 1-8,-1 0 1,-2 0 2,-5 0 0,1 0 3,4-1 0,-2-1-45,21 0 50,-15 4 1,1 1-6,-6-2 0,0 0 0,3 3 0,-5-1-16,-2 1-24,-12-5 35,-2 0-1,-1-2-11,11 0 17,-13 0 6,25 1-6,-25 0-6,18 0 6,-19-2-39,16 1 34,-11-1-29,14 0 40,-4-2-1,7 0-5,1-3 0,-5 2 5,3-1 1,1 0-6,6 0 0,-8 0 0,-2 0 0,1 1 6,7 0-6,-8 2-6,10-1-322,-2-3 1,2-2 327,10 0-25,-12 1 1,6-1 0,-5 1 27,-12 1 0,0 1 8,24-3 0,-1 1-61,-4 0 67,-15 1 0,0 0-12,9-1-5,-5 0 11,-2 2 1,1 1-12,-10 0 0,8 1 5,-13 0-5,4 1-3,5-3 1,0 0 2,7 1 30,0-2 1,-2 1-20,-7 1 34,19-1-45,-23 3 0,10-2-5,-16 1-29,10 2 68,0-1-32,8 1 1,2 0-3,7 0 0,-11 0 0,1 0 23,18-1-12,-18 0-11,-5 0 0,1 0 0,16 1 0,0 4 5,2 0-5,-18 3 11,4-2 1,0 1-1,1 1-8,-3-1 0,0-1-3,-7 0-42,3-4 0,2 0 47,3 0 40,11-1 0,0 1-40,2 3-5,-10-2 0,1 0 0,3 2 6,1-2-6,-4-1 6,-12-1 38,21 0-38,-8 1 0,0 1-48,-8-1 0,1 0-294,18-2 313,-16-1 1,1-1 22,16-4 56,-7-2-56,-9 0 5,0 1-5,-3 2 6,9 0-104,2 1 0,1 0 64,14-5 62,-16 5 0,-3 0 17,-13-3 45,-2 1-57,3-1-33,2 0 62,1 1-34,-6 2-28,-2 0-11,13-3 11,-10 0 25,11-1 0,3-1 3,8-1-25,-14 3 0,1 0-48,15-5 11,-21 2 90,15-23 0,4-8-62,-20 18 1,0-2-77,8-9 0,3-4 0,-5 4 82,-10 12 0,-3 1 5,5-6 1,-2-2 33,-8 0 0,-2 0-1710,-1 3 1,-1-1 1706,3-6 1,0 0-35,-2 4 1,-2 3 53,5-8-14,-3 2 0,-2 0-8,-3 5-2291,2-30 2290,-9 5 2002,0 2-2007,0 15 0,0 0-17,0-9 95,1-14-1148,-2 14 0,-1 1 1048,1-11 1095,0-5 0,-1 0-1073,2 0 105,-1 25 1,0 0-123,1-11-5,-1 22 44,-4-22 76,-1 15 0,0-1 31,-4-26 1561,1 16 1,-1-4-1716,0 0 1,-2-3 0,1 4 24,2 5 0,-1-1 5,-1-2 1,-3-7 0,1 3-1,2 10-916,-1-2 885,-1 1 1,1 1 42,2 1 28,-2-3-73,-1-7 3,1 7 0,-1-2 47,2 7 0,0 0-33,-2-6 0,1 1 67,-4-8 67,6 10-145,4 13 917,-3-27-923,4 23 0,-1-14 0,3 19 123,-3-26-112,-2 4 64,2-4 1,0-4-68,1 13 1,0 1-6,1-1 0,1 2 2,2-10-5,0 29 0,0 0 6,2 2-6,0 0 0,3-8-11,3 0-281,5-9 261,4 8 1,4-2 72,-2 4 0,2 1-42,0-3 0,1 2-51,17-10-72,-21 21 123,4-2 95,2 2-3481,-3 3 3425,8-3-33,-5 5 16,15-2-22,-13 4 11,10-2 23,7 3-28,-17 2 33,20-2 3370,6 2-3412,-17 3 0,1-1 8,2 0 1,1 0 16,3 1 1,-2 1-23,1-1 11,-7 0-11,-19 0 6,-4 0-6,-5 0 0,1 1 129,1 2-3442,1 1 3363,6 3-50,0-1 11,11 3-2273,-6-2 2267,5-1-5,-11-2 303,1-1 1965,-8-2-2027,8 2-230,-8 1 123,1-1 3381,-3 0-3330,-5-3-1266,0 0-347,-4-1 526,-5 0 902,-6-1 0,5 1 0,1-1 0</inkml:trace>
  <inkml:trace contextRef="#ctx0" brushRef="#br0" timeOffset="2097">10696 9759 8046,'3'5'958,"0"1"-873,-3-3 4,0 2 550,0-1-331,0 0-28,1-1 879,0-1-941,0-1 869,2 4-1025,-1 0 72,4 8-22,-2-2-72,1 0 32,-1-1 12,1 1 611,2 0-393,5 12-212,7 4-62,7 4-79,13 1 51,-15-16 0,4-2-5,-15-11-51,1 1-17,6 1 73,0 0-78,12 5 44,-12-4 40,13 7-6,-20-8 11,3 2-6,-9-3 23,11 9-39,-6-4 6,11 8-46,-7-7 40,-7-4 106,-1-2-95,-7-4-341,0 0 682,0 1-234,-4 0-107,-2 0 16,-6-1-16,-4 3 252,-30 12-252,20-5 6,-22 7-6,28-13 6,-20 8-12,-8 4-5,-1 2 11,10 0 0,21-7 33,1 2-21,2-2 44,-5 8-17,8-8 11,0 2 113,0 2-158,3-5 74,-3 9-74,6-11 96,-1 1 73,3-6 364,-1 0-538,1-2-6,0 2 6,2-3 11,0 0 85,-2 2-96,-1-1-56,0 1-264,2-1-1607,2-1 1927,-16 8 0,13-7 0,-12 7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7T18:33:41.964"/>
    </inkml:context>
    <inkml:brush xml:id="br0">
      <inkml:brushProperty name="width" value="0.05292" units="cm"/>
      <inkml:brushProperty name="height" value="0.05292" units="cm"/>
      <inkml:brushProperty name="color" value="#FF0000"/>
    </inkml:brush>
    <inkml:brush xml:id="br1">
      <inkml:brushProperty name="width" value="0.09071" units="cm"/>
      <inkml:brushProperty name="height" value="0.09071" units="cm"/>
      <inkml:brushProperty name="color" value="#FFFF00"/>
    </inkml:brush>
    <inkml:brush xml:id="br2">
      <inkml:brushProperty name="width" value="0.05292" units="cm"/>
      <inkml:brushProperty name="height" value="0.05292" units="cm"/>
      <inkml:brushProperty name="color" value="#00FF00"/>
    </inkml:brush>
  </inkml:definitions>
  <inkml:trace contextRef="#ctx0" brushRef="#br0">8861 6616 24575,'3'-30'0,"16"-26"0,1 19 0,-1 1 0,2-1 0,-3 10 0,0 0 0,3-9 0,0 0 0,-5 8 0,0 1 0,0-1 0,-2 3 0,3-6 0,8-10 0,-10 15 0,4-8 0,-10 19 0,4-9 0,-4 10 0,2-2 0,-6 11 0</inkml:trace>
  <inkml:trace contextRef="#ctx0" brushRef="#br0" timeOffset="1934">9396 5575 24575,'0'53'0,"0"0"0,0-4 0,0 2 0,0-9 0,0 2 0,0-2 0,0 4 0,0-7 0,0-4 0,0-1 0,-2-13 0,1 1 0,-2-11 0,3-5 0,0-1 0</inkml:trace>
  <inkml:trace contextRef="#ctx0" brushRef="#br0" timeOffset="8794">9491 7732 24575,'8'-11'0,"-3"3"0,0 1 0,-2-1 0,2 0 0,-2-1 0,4 1 0,-6 0 0,9-3 0,-6-1 0,6-2 0,-1 0 0,9-12 0,0-2 0,1-3 0,1-1 0,0 2 0,-3 3 0,0 0 0,2 0 0,4-11 0,13-9 0,-7 4 0,6-1 0,-6 2 0,-6 11 0,0-6 0,2-2 0,3 0 0,-8 6 0,0 1 0,1-3 0,-2 4 0,-5 2 0,3 2 0,-2-7 0,-5 10 0,5-6 0,-9 15 0,3 1 0,-3 2 0,-1 3 0,-2 1 0,0 10 0,-3 1 0,0 5 0,0-1 0,0-1 0,0-1 0,0-3 0,0 1 0</inkml:trace>
  <inkml:trace contextRef="#ctx0" brushRef="#br0" timeOffset="16625">10292 6331 24575,'0'44'0,"0"-11"0,0-8 0,0-9 0,0-4 0,0-2 0,0-4 0,0 4 0,0-4 0,0 4 0,0-2 0,0-3 0,0 3 0,0-3 0,0 8 0,0-6 0,2 3 0,1-8 0,2-2 0,0 0 0,0 0 0,3 0 0,0 2 0,16 4 0,-6 1 0,10 1 0,-1 1 0,-10-5 0,5 4 0,-10-8 0,9 3 0,-7 0 0,8-3 0,-11 3 0,20-3 0,-12 0 0,15 0 0,-13 0 0,-6 0 0,2 0 0,-6 0 0,-3 0 0,-3 0 0,-2 0 0</inkml:trace>
  <inkml:trace contextRef="#ctx0" brushRef="#br0" timeOffset="18270">10551 6320 24575,'0'44'0,"0"-20"0,0 32 0,0-33 0,0 13 0,0 3 0,0-2 0,0 5 0,0 0 0,0-7 0,-3 7 0,3-16 0,-5-13 0,4 7 0,-1-6 0,-1-5 0,3 4 0,-3-2 0,1 1 0,1 9 0,-2-10 0,1 4 0,1-10 0,-1-2 0,2 0 0</inkml:trace>
  <inkml:trace contextRef="#ctx0" brushRef="#br0" timeOffset="25389">14513 8450 24575,'38'0'0,"4"0"0,-8-2 0,2 0 0,11-2 0,-9-1 0,-2-1 0,1 2 0,16-5 0,-17 2 0,-15 3 0,1-1 0,-19 5 0,-1 0 0,-4 0 0</inkml:trace>
  <inkml:trace contextRef="#ctx0" brushRef="#br0" timeOffset="28310">14466 8443 24575,'0'44'0,"0"-5"0,0-6 0,0-6 0,0-12 0,0-1 0,0 0 0,0 1 0,0-3 0,0-1 0,0-6 0,0 0 0,0 1 0,0-1 0,2-5 0,8-3 0,-1-3 0,6-4 0,-4 4 0,0 1 0,12 2 0,-6 3 0,9 0 0,12 0 0,-15 0 0,23 0 0,-21 3 0,8 0 0,-6 5 0,-9-1 0,2 3 0,-10 1 0,0-2 0,-5 1 0,-5-5 0,0 0 0,0 0 0,0 0 0,0 3 0,0-2 0,0 1 0,0-2 0,0 1 0,0-1 0,0 0 0,0 2 0,0-1 0,0 2 0,0-3 0,0 0 0,-5 5 0,4-4 0,-6 4 0,6-4 0,-1-1 0,0 3 0,-1-5 0,-3 4 0,1-1 0,-1-1 0,1 3 0,-3 0 0,-3 5 0,2-3 0,-6 10 0,9-13 0,-5 6 0,3-6 0,5-1 0,-4-1 0,1 0 0,-5 0 0,2-1 0,-1 3 0,-3-1 0,5 0 0,-8 2 0,5-3 0,2-1 0,-1 0 0,-3-1 0,6 0 0,-6 0 0,8-1 0,-8-1 0,-10 3 0,3-3 0,-5 2 0,11-3 0,2 0 0,-4 0 0,7 0 0,-1 0 0,5 0 0,-8 0 0,6 0 0,-13-3 0,13 0 0,-5 0 0,9-1 0,0 1 0,3-2 0,0-1 0,0 4 0,0-1 0</inkml:trace>
  <inkml:trace contextRef="#ctx0" brushRef="#br0" timeOffset="43240">12131 15703 24575,'8'-8'0,"0"-4"0,0 11 0,-3-6 0,2 4 0,-3-3 0,3 3 0,-1-1 0,2 1 0,-2-3 0,4 0 0,4-2 0,-1 5 0,3-5 0,-7 5 0,6-5 0,-5 4 0,3-3 0,-5 6 0,5-1 0,-6 2 0,5 0 0,-4 0 0,-3 0 0,8 0 0,-7 0 0,6 0 0,-3 0 0,-1 0 0,0 0 0,-3 0 0,-2 2 0,-1 1 0,-2 4 0,0-1 0,0 2 0,0-3 0,0 0 0,0 0 0,0 1 0,-5 1 0,2-1 0,-5 2 0,3-3 0,-6 5 0,5-3 0,-4 3 0,2-3 0,2-1 0,-2 2 0,3-1 0,-3 2 0,0 1 0,-1-2 0,2 0 0,1 0 0,1-2 0,0 1 0,-3 3 0,2-3 0,-2 5 0,3-6 0,-1 4 0,3-4 0,-1 1 0,3-1 0,-6 1 0,6-1 0,-7 2 0,8-3 0,-5 0 0,2 1 0,-2-1 0,0 0 0,-1-2 0,3 2 0,-1-5 0,3 5 0,-3-2 0,3 2 0,-1 0 0,-1-2 0,3 1 0,-2-1 0,-1 0 0,3 1 0,-3-1 0,3 2 0,0 0 0,0 0 0,0 1 0,-5-1 0,4 5 0,-7-3 0,8 3 0,-5-3 0,4-1 0,-1 2 0,0-3 0,1 0 0,1-2 0,35-16 0,-19 10 0,29-17 0,-29 18 0,1-5 0,9 3 0,-9 1 0,9 0 0,1 1 0,-7 1 0,11-2 0,-6 1 0,-4 1 0,2-2 0,-1 3 0,-8 0 0,7 0 0,-13 0 0,1-2 0,-1 2 0,-5-3 0,-1 3 0</inkml:trace>
  <inkml:trace contextRef="#ctx0" brushRef="#br0" timeOffset="45534">12776 15656 24575,'0'16'0,"0"-3"0,0-5 0,7 14 0,-3-10 0,6 11 0,-4-15 0,-1 2 0,0-4 0,1 8 0,1-3 0,0-2 0,0 1 0,1 0 0,-2-3 0,2 6 0,0-5 0,-2 1 0,1-1 0,4-1 0,0 2 0,6-1 0,-5-2 0,1-4 0,-2-2 0,-2 0 0,1 0 0,-2 0 0,-2 0 0,4 0 0,1 0 0,-1 0 0,8-5 0,-8 4 0,14-10 0,-10 7 0,5-4 0,-8 2 0,5-4 0,-6 3 0,3-3 0,-5-1 0,-2 2 0,-1-2 0,0 3 0,-5-2 0,5 3 0,-4-3 0,4-3 0,-5 5 0,3-4 0,-3 4 0,0 2 0,0-2 0,0 3 0,0-1 0,-3 1 0,-24-5 0,16 6 0,-24-4 0,26 8 0,-10 0 0,6 0 0,-8 0 0,8-3 0,-4 3 0,8-3 0,-4 3 0,7 0 0,-12 0 0,11 0 0,-14 0 0,14 0 0,-9 0 0,4 0 0,3 0 0,-1 0 0,7 3 0,0-1 0,-1 6 0,0-2 0,-3-1 0,1-3 0,1-2 0,0 0 0,2 3 0,1-1 0,2 3 0,0-2 0,0 0 0</inkml:trace>
  <inkml:trace contextRef="#ctx0" brushRef="#br0" timeOffset="47250">13666 15380 24575,'0'33'0,"-4"6"0,-2 1 0,-6 5-1037,4 0 1,-3 1 1036,-14 4 0,10-12 0,-2 5 0,2-4 0,0-4 0,0 0 0,-3 7 0,-2 3 0,4-6 0,0 9 0,-8 5 236,2 0-236,10-21 443,-6 13-443,12-25 0,0-2 0,3-4 1046,-1-4-1046,3-5 348,-4 3-348,5-2 0,-3-1 0,3-3 0</inkml:trace>
  <inkml:trace contextRef="#ctx0" brushRef="#br0" timeOffset="49370">13980 15591 24575,'35'0'0,"-16"0"0,14 0 0,-24 0 0,9 0 0,-7 0 0,10 0 0,-9 0 0,12-3 0,-7-3 0,28-7 0,-7-3 0,5 2 0,-4-1 0,-16 8 0,-6 1 0,-3 4 0,-11 2 0,2 0 0</inkml:trace>
  <inkml:trace contextRef="#ctx0" brushRef="#br0" timeOffset="51409">13978 15634 24575,'0'11'0,"4"-3"0,0-6 0,8-2 0,-3 0 0,22-3 0,-15 3 0,36-3 0,-29 3 0,19 0 0,-1 0 0,-8 3 0,9 1 0,-13 2 0,-3 1 0,8 2 0,-13-2 0,5 1 0,-10 0 0,-6-2 0,2 2 0,-9-3 0,0 1 0,-3 6 0,0-5 0,0 5 0,0-7 0,0 1 0,-11 6 0,4-4 0,-10 7 0,1-1 0,-6 7 0,-11 7 0,6-5 0,-23 9 0,12-11 0,6-3 0,0 0 0,-14 3 0,16-5 0,2-2 0,-4 1 0,-2 0 0,12-6 0,-6 0 0,13-5 0,-9 1 0,18-5 0,-2 0 0,2 0 0,1 0 0,0 0 0,2-9 0,1 4 0,2-5 0,0 8 0</inkml:trace>
  <inkml:trace contextRef="#ctx0" brushRef="#br0" timeOffset="53121">9544 16447 24575,'31'0'0,"-1"0"0,9 0 0,-10 0 0,3 0 0,9 0 0,-3 0 0,-3 0 0,2 0 0,-3 0 0,-14 0 0,-7 0 0,0 0 0,-8 0 0,-2 0 0,-1 0 0</inkml:trace>
  <inkml:trace contextRef="#ctx0" brushRef="#br0" timeOffset="54385">9545 16736 24575,'15'0'0,"3"0"0,-5 0 0,6 0 0,40 0 0,-30 0 0,4 0 0,0 0 0,-7 0 0,4 0 0,-3 0 0,2 0 0,0 0 0,-8 0 0,1 0 0,-14 0 0,-3 0 0,0 0 0,0 0 0,1 0 0,-1 0 0,-2 0 0,-1 0 0</inkml:trace>
  <inkml:trace contextRef="#ctx0" brushRef="#br0" timeOffset="56076">10850 16249 24575,'0'18'0,"-2"15"0,1-20 0,-5 17 0,3-16 0,-6 5 0,3 1 0,-8 7 0,6-7 0,-3 3 0,7-8 0,-3-2 0,6-4 0,-4 1 0,3-2 0,1-2 0,-4 7 0,2-3 0,-6 17 0,5-15 0,-1 12 0,5-16 0,2-1 0,26-10 0,-11 1 0,21-8 0,-5 9 0,-4-2 0,12 3 0,-7 0 0,19 0 0,-14 0 0,14 0 0,-23 0 0,-3 0 0,-6 0 0,2 0 0,-10 0 0,2 0 0,-12 0 0,0 0 0</inkml:trace>
  <inkml:trace contextRef="#ctx0" brushRef="#br0" timeOffset="57358">11141 16357 24575,'0'30'0,"0"6"0,0 3 0,0-3 0,0 1 0,0 21 0,0-21 0,0-3 0,0 5 0,0-9 0,0-11 0,0 2 0,0 1 0,0-6 0,-5 8 0,1 5 0,-5-8 0,6 6 0,-7-1 0,8-16 0,-5 7 0</inkml:trace>
  <inkml:trace contextRef="#ctx0" brushRef="#br0" timeOffset="197595">15456 14108 24575,'0'0'0</inkml:trace>
  <inkml:trace contextRef="#ctx0" brushRef="#br0" timeOffset="-127730.73">8120 15449 24575,'0'0'0</inkml:trace>
  <inkml:trace contextRef="#ctx0" brushRef="#br1" timeOffset="-21276.73">1525 8184 6512,'6'3'1378,"-1"-1"-1160,-4-2 3092,-1 0-3321,0 4 11,0-2 6,0 3-1,0-4-295,0 0 1,0 0 0</inkml:trace>
  <inkml:trace contextRef="#ctx0" brushRef="#br1" timeOffset="-17788.73">1139 7377 7990,'-9'-5'1351,"4"2"-1250,-2-1 369,-3 2-179,-4 1 219,-5 1-398,5 0-73,5 0-39,7 0 22,1 0 807,0 0-666,-1 0-158,-1 0-5,1 0-106,2 0 111,-2 0-83,0 1 1081,1 0-1126,-1 0 128,2 1 96,8 1-101,2 0-224,4 1 151,1-3-101,-2 0 101,1-1 57,8 0-18,3 0-302,28-4 213,-10 0 123,10-3-23,-17 3 1,1-1 41,0 0 1,1 0-26,13-1 1,-1 0 5,-13 2 0,-3 0 0,21-3 6,-25 3 10,12-2-16,-10 2 0,10-1-95,6 1 34,-11 2 44,22-1 17,-26 1 11,2 0-84,17-8 202,-23 3-79,20-4-27,-27 5-460,7-2 543,-8 3-106,-1 0-1080,-13 2 755,-9 2-241,-2-2 566,-10 1 0,19 2 0,-2 0 0</inkml:trace>
  <inkml:trace contextRef="#ctx0" brushRef="#br1" timeOffset="-16986.73">1925 7077 8797,'-16'-7'3624,"6"3"-3439,5 2-185,5 2-145,0 0 251,2 2-67,4 4 23,6 4-23,6 4-33,4 3 50,0-4 0,10 2-34,14 3-162,-1-2 101,0 1-6,-22-7-28,-14-3 28,-6-1 40,-1 0-180,-1 8 185,-8 2 56,-2 6-50,-9 2-1,-3 0-215,0-3 0,-3 2-70,1 0 0,0 0 252,0-1 0,2-2 22,-10 13 6,23-23 0,2-2 0,-4 2 6,3-3 10,-7 7-16,9-10 0,-4 2 0,9-6 0,-1-1 0</inkml:trace>
  <inkml:trace contextRef="#ctx0" brushRef="#br1" timeOffset="-15308.73">593 7010 10002,'-6'9'2683,"2"-2"-2678,4-5-10,0 0-57,0 0 12,1-2-225,11 1-213,26-7 572,-1-3 0,-2-2 0,-2-2-44,2-6 49,5-4 57,-18 1 683,-8-15-823,-4 6-1,-7-10-5,-7 22-5,-1 0-34,-3 6-174,0 2-101,-4 0 12,-1 6 391,-14 4-44,-3 12-11,0 1-29,2 6 40,12-5-39,-6 6-12,4 3 6,-5 9-11,-1 21 33,15-21 1,2-1-899,-8 25 876,10-5 0,3-24 50,0-1-50,0 1 6,1 0 61,4-5-22,5 1 11,1-9-56,4-2 775,-4-4-999,6-2 224,-3-1 78,37-2-318,-1-6 388,-12-3 0,1-3 4,16-12-130,-12-10-22,-19 8-561,1 0-144,-11 12-275,0 0-550,-8 8 1530,-2 2 0,-2 1 0,0 1 0</inkml:trace>
  <inkml:trace contextRef="#ctx0" brushRef="#br1" timeOffset="-13605.73">1115 6388 8416,'-1'-3'543,"0"0"668,1 3-1015,-2 0-45,1 0 95,-1 0-212,0 0-34,1 0 0,-1 4 134,0 10 45,1 4 11,-1 31 1,1 7-157,0-4-363,0 4 1,1 0 328,0-4-124,1 1 62,0-24 1,0 3-1654,1 19 0,-1-2 1715,0 3-3,-1-11 0,-1-6-2,-1-22 38,0-6 237,1-5-326,1-3 56,0-2 135,3-16 3329,4-1-3340,-1-17-74,1 13-11,-4 0-3431,-3 8 3342,2-1 50,1-2 0,1 1 95,4-2-11,-2 8 22,2-2-55,2-1-51,11-2-34,-5 2 3426,6 1-3381,-13 11-5,2-1 0,1 0 50,7-2-45,-4 1-101,16 3 90,-16 6-67,10 13 0,-15 1-588,5 39 621,-9-31-3,1 3 1,0 1-328,-5-7 34,-2 4 330,-9-3 56,-6-3 22,-13 3-78,6-5 112,-17 6 291,5-6 398,-2-3-297,9-11-560,12-6 51,10-7-135,4 5-370,-1 3-1226,-7 0 61,0 0 275,-3 1 1400,4-1 0,6 0 0,1 0 0</inkml:trace>
  <inkml:trace contextRef="#ctx0" brushRef="#br1" timeOffset="-12357.73">1723 6706 7671,'0'-10'6173,"-1"5"-6100,1 0 610,0 5-986,-1 0 303,0 5 12,0 1 10,1 1-22,0-1-11,0-5 11,0 3 45,0 0-45,0 2 56,0 0-107,2 0 46,10 7-1,3 1 0,4 2-33,-1-3-78,12 9-7,6 8-125,-4-6 0,1 0-1540,-6-3 1,-1-2 1718,4 2 0,-2-1 14,2 0-95,-1 0 67,-17-11 45,0 0 0,-9-6-432,0-2-5796,-3-1 6267,-3 0 0,-2 0 0</inkml:trace>
  <inkml:trace contextRef="#ctx0" brushRef="#br1" timeOffset="-11670.73">1995 6603 9526,'0'-6'1836,"0"2"-905,0 4-853,-3 0 23,0 0 336,-18 7-426,4 8 28,-16 10-42,10 6 0,0 5-87,2-1 1,0 1 19,-2 2 0,1-1 53,5-5 1,1-3 4,-7 7-94,-2-3 0,-1 1 111,0 0-1701,3-6 0,4-5 1752,15-18-56,2-2-1109,2-2 1109,8-15 0,-13 21 0,4-8 0</inkml:trace>
  <inkml:trace contextRef="#ctx0" brushRef="#br1" timeOffset="-5273.73">1596 7514 6585,'-3'9'1478,"0"-2"-1349,3-7 1132,0 0-1172,-2 0 219,-10-4-140,3 2 68,-5-3-113,7 2 465,0 1-521,2 0 23,1 0 1265,4 2-1607,-1-1 667,0-2-398,-2-1-40,2 0 23,0 2 174,1 2-409,0-1 72,0-1-229,0-6 565,0 1-111,0-2 0,0 5-51,0 1-84,0 2 516,0-1-443,3 1 431,14 0-386,13 0-12,-2-1-33,3 1 6,-15 1-6,13 2 6,-5 2-54,9 7 0,0 4 60,-4 1-12,-2 0 0,-2 2 11,-5 1-11,-4-3 0,16 24 0,-17-17 11,11 18-11,-16-18 6,-3-3 27,1 1-27,-4-3 11,2 11-1,-1 2-16,-1 1 12,-1 5 27,-4 4-39,-3-4 56,-6 15 17,-1-19-62,-2 7 0,2-8 34,-1 13-12,1-5-33,1-1 6,3-10 22,0 8-22,2-13-6,0 6 0,0 0 0,1-7-3392,-3 15 3380,2-9-77,1 6 78,0-4-90,14 8 101,-1-27-6,27 21-5,-12-14 1637,4-2 0,1 1-1632,2 0-106,13 4 28,-23-10 40,2 2-12,-11-4 61,4 19 6,-12-14-5,1 12 50,-5 6-62,-6 15-140,1-19 1,-2 1 179,-8 23-34,-8-8-6,12-24-27,-5 8 38,10-18 1,-3 6 11,3-6-12,-2 3 29,0 2-40,-5 16-72,2 1 66,0 5 1,1 1 6,1 4 5,3-11 0,1-1-6,3-9 45,-1 9-33,1-8 41,-5 12 1,-1 1-3,2-5-42,-2 1 0,1-1 13,4-8-16,0 0 6,0 1 0,2 0 5,-1 0-11,2-2 0,0 6 0,0-10 173,1 15-83,-1-12 184,1 10-262,-3 11-7,0-19-5,0 8 39,-3-11-44,2-9-90,-10 31 100,5-11 6,-2 19-11,6-18 6,4 11-6,0-20 0,0 11 28,3 11-28,-1-16 0,2 21 6,-2-18 33,-1-8-22,-1 2-17,0-13 0,0 0-62,0 0 62,0-3-6,-2 5-106,-3 0 107,0-4-298,-6 8 214,5-12-40,-4 9 135,5-9-3404,0 4 3392,1-3-61,1-3 62,0 1-1,0 0-100,-2 11 38,3-3 63,-2 8 3397,2-4-3398,2 3-8,-2 10 0,1 2 25,0-2-11,0 0 0,-1 0 34,-1-4-34,-1-4-1849,-3 4 309,3-14 1540,-2-8 0,4-5 0,0 0 0</inkml:trace>
  <inkml:trace contextRef="#ctx0" brushRef="#br1" timeOffset="328.27">10262 10130 7375,'-3'4'470,"1"-1"763,1 2-724,-2-1-44,2 0 885,-2-2 308,2-1-1765,9-5-3285,3-1 3398,18-7-123,-9 3 173,7-1-17,-12 3-28,3 0 6,6 0-543,21 0 397,-15 3 3082,22 3-3144,-26 1 62,4 0-78,-6 1 377,-4 0-229,11 0 0,4 1 104,9 3 5,-7-3 1,-2 1-51,-12 0 50,-9-2 6,-11-1 34,0 0 218,2 1-146,-3-1-33,1 1-3837,-2-1 3708,-6 0 0,-2 1 0</inkml:trace>
  <inkml:trace contextRef="#ctx0" brushRef="#br2" timeOffset="-180029.46">10613 11632 24575,'43'0'0,"-21"0"0,12 0 0,0 0 0,-6 0 0,8 0 0,-17 0 0,-7 0 0,-1 0 0,9 0 0,-4 0 0,8 0 0,5-6 0,-11 5 0,11-5 0,-17 6 0,5 0 0,-8 0 0,1 0 0,-3 0 0,-3 0 0,0 0 0</inkml:trace>
  <inkml:trace contextRef="#ctx0" brushRef="#br2" timeOffset="-177863.46">10983 11513 24575,'11'6'0,"1"-1"0,-6 0 0,1-2 0,-4-1 0,-1-2 0</inkml:trace>
  <inkml:trace contextRef="#ctx0" brushRef="#br2" timeOffset="-176220.46">10928 11459 24575,'6'3'0,"37"22"0,-26-15 0,26 16 0,-35-18 0,-3-3 0,0 0 0,3 3 0,-2-2 0,2 4 0,2 1 0,-3-2 0,3 2 0,-2-4 0,-2-1 0,1 2 0,-4-3 0,0-2 0,-3-1 0</inkml:trace>
  <inkml:trace contextRef="#ctx0" brushRef="#br2" timeOffset="-175132.46">11131 11627 24575,'-8'13'0,"2"-7"0,-2 3 0,-5 2 0,-4 6 0,-4 4 0,4-4 0,6-4 0,3-2 0,2-1 0,-3 3 0,-1-2 0,3 1 0,-6 1 0,6-1 0,-14 9 0,12-10 0,-14 15 0,14-16 0,0 3 0,4-8 0,5-2 0</inkml:trace>
  <inkml:trace contextRef="#ctx0" brushRef="#br2" timeOffset="-172153.46">10389 11682 24575,'29'0'0,"-3"0"0,-6-2 0,-5 1 0,16-7 0,-16 6 0,13-6 0,-14 8 0,9-3 0,-6 1 0,4 1 0,-4-2 0,0 1 0,11 1 0,-12-4 0,5 5 0,-15-3 0,7 1 0,-7 1 0,4-1 0,-4 2 0,-3 0 0,-1 0 0</inkml:trace>
  <inkml:trace contextRef="#ctx0" brushRef="#br2" timeOffset="-109594.46">14350 12327 24575,'0'20'0,"0"-2"0,-5-7 0,-9 30 0,-8-6 0,3 12 0,2-18 0,4-10 0,5-9 0,-2 2 0,5-4 0,2-5 0,-2 2 0,0-2 0,2-3 0,0 2 0</inkml:trace>
  <inkml:trace contextRef="#ctx0" brushRef="#br2" timeOffset="-108005.46">14321 12349 24575,'8'0'0,"6"7"0,-4-2 0,5 5 0,-6-5 0,7 4 0,-9-4 0,11 6 0,-12-5 0,4-1 0,-5 0 0,14 0 0,7 10 0,3-1 0,1 1 0,-10-2 0,-7-6 0,0 4 0,-5-6 0,-5 0 0,2-2 0,-5 0 0</inkml:trace>
  <inkml:trace contextRef="#ctx0" brushRef="#br2" timeOffset="-106244.46">14282 12394 24575,'0'43'0,"3"-8"0,0-2 0,7 8 0,-3-8 0,1 1 0,-1 0 0,1 2 0,4 13 0,-3-16 0,1-4 0,-1 8 0,0-6 0,-3-7 0,-2-2 0,4 15 0,-7-10 0,7 8 0,-7-9 0,2-15 0,-1 8 0,-1-11 0,1 1 0,-2-2 0,0-2 0,0-2 0,0 0 0</inkml:trace>
  <inkml:trace contextRef="#ctx0" brushRef="#br2" timeOffset="-102546.46">14423 13082 24575,'27'3'0,"-6"0"0,23-3 0,-5 2 0,1-1 0,2 2 0,7-3 0,-7 0 0,8 0 0,-20 0 0,1 0 0,17 0 0,-13 0 0,2 0 0,0 0 0,0 0 0,3 0 0,5 0 0,2 0 0,5 1 0,-2-2 0,9-2 0,0-1-674,-14 2 1,2-1-1,-4-1 674,-2-2 0,0-3 0,10-5 0,5-2 0,-5 1 0,-6 2 0,0-1 0,8-2 0,4-3 0,-3 1 0,-1-1 0,-4 2 0,-9 1 0,0 1 0,8-3 0,2 1-461,-1-1 0,-3 1 461,8-2 0,-12 3 0,-1 0 0,-5 5-220,-3-1 0,0-1 220,11-3 0,-17 7 0,3-2 0,24-12 0,0-1 0,-27 11 0,2 0 0,15-9 0,8-3 0,-10 2 0,3-2 0,-4 1 0,-2 0 0,-2 2 0,9-5 0,-1-1 0,-12 11 0,10-11 0,-12 10 0,-5 1 0,1-1 0,6-3 0,-6 4 0,-1 0 0,1 0 0,20-18 0,-15 11 0,-1 3 0,0 1 0,0-2 1871,12-5-1871,-4 3 0,3-2 499,-9 4 0,1 1-499,16-11 0,-1 0 0,-20 15 0,-2 0 0,6-5 0,-3 1 0,-1 0 257,-4 4 0,0-1-257,7-10 0,6-7 0,0 3 0,-3-3 0,1 5 0,-10 8 0,-1 1 0,1 0 0,-3 4 0,16-12 0,-7 8 0,-1 2 0,0 3 0,-7 4 0,-10 8 0,-4 1 0,0-2 0,-2 5 0,-3-3 0,3 3 0,-7 0 0,-7 0 0,0 0 0,-7 0 0,10 0 0,-2 0 0</inkml:trace>
  <inkml:trace contextRef="#ctx0" brushRef="#br2" timeOffset="-100552.46">18273 11508 24575,'11'0'0,"22"0"0,-19 0 0,27 0 0,-28 0 0,4 0 0,-4 0 0,-4 0 0,5 0 0,-5 0 0,6 0 0,-5 0 0,14-3 0,-11 2 0,9-4 0,-10 5 0,-1-3 0,-1 3 0,-4 0 0,1 0 0,-2-2 0,3 1 0,-2-1 0,-3 4 0,-9 13 0,2-4 0,-9 12 0,7-9 0,-2 0 0,-1 0 0,1 3 0,-1 0 0,0 1 0,-5 12 0,7-13 0,-12 25 0,3-2 0,-2 0 0,6-9 0,7-18 0,5-11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7T18:39:41.886"/>
    </inkml:context>
    <inkml:brush xml:id="br0">
      <inkml:brushProperty name="width" value="0.05292" units="cm"/>
      <inkml:brushProperty name="height" value="0.05292" units="cm"/>
      <inkml:brushProperty name="color" value="#FF0000"/>
    </inkml:brush>
    <inkml:brush xml:id="br1">
      <inkml:brushProperty name="width" value="0.09071" units="cm"/>
      <inkml:brushProperty name="height" value="0.09071" units="cm"/>
      <inkml:brushProperty name="color" value="#FFFF00"/>
    </inkml:brush>
    <inkml:brush xml:id="br2">
      <inkml:brushProperty name="width" value="0.05292" units="cm"/>
      <inkml:brushProperty name="height" value="0.05292" units="cm"/>
      <inkml:brushProperty name="color" value="#FFFF00"/>
    </inkml:brush>
    <inkml:brush xml:id="br3">
      <inkml:brushProperty name="width" value="0.05292" units="cm"/>
      <inkml:brushProperty name="height" value="0.05292" units="cm"/>
      <inkml:brushProperty name="color" value="#00FF00"/>
    </inkml:brush>
    <inkml:brush xml:id="br4">
      <inkml:brushProperty name="width" value="0.09071" units="cm"/>
      <inkml:brushProperty name="height" value="0.09071" units="cm"/>
      <inkml:brushProperty name="color" value="#00FF00"/>
    </inkml:brush>
  </inkml:definitions>
  <inkml:trace contextRef="#ctx0" brushRef="#br0">11279 16449 24575,'0'0'0</inkml:trace>
  <inkml:trace contextRef="#ctx0" brushRef="#br1" timeOffset="100689">19518 7126 7688,'8'-8'1765,"-1"1"-1418,-7 7 762,0 0-532,1-4-499,1 2-22,1-4-50,-2 3-1,2 1-5,-1-1 6,2-1-1,-1 2 7,-1-1 27,0 3 605,-1-1-285,-7 8-247,-1 2 0,-6 7-79,0 0 35,-2 2 55,-23 23-109,4-5 0,-1 1-14,8-9 0,1 0 5,-10 8 1,5-2 0,9-8-1,-13 18-134,9-10 129,-7 10 51,8-14-34,13-14 33,1-2-95,11-13 96,0-1 184,12 0-230,0 0 1,11 1 0,1 1-6,-8 0 123,3 1-56,-9-3-11,14 0-45,8-3-11,2 0-372,3-3 366,-13 2-211,1 1-281,-2 2 391,-1 0 46,0 1 44,-8 0 17,-1 0 367,-9 0-300,1 0 100,-1 0-162,26 3-313,-2 0-112,22 2 454,-23-2 61,-6-1-89,-16-2 10,-1 0-10,1 0-421,9-6 465,-6 3 12,5-3 11,-12 5-1445,-1 1 190,2 0 358,13 0 135,4-2-78,4-1-2681,-6 1 3448,-11 1 0,-6 1 0,0 0 0</inkml:trace>
  <inkml:trace contextRef="#ctx0" brushRef="#br1" timeOffset="102524">19510 7365 7279,'10'-7'1047,"7"-1"-329,-3-1 660,4 0-897,-8 1-302,-5 2-11,-2 2 96,-1 1-242,1 0 12,6-5 16,0 2-39,9-7-11,-9 7 6,1-1-1,-7 5 12,-2 1 56,0 0 689,-5 6-678,-1 2 67,-13 15-89,2-4-90,-2 4 0,-2 4-28,-8 9 0,-1 2 59,6-8 0,0 0 13,-6 9 1,2-3-17,1-2-3403,2-3 3397,-2 4-638,2-2 537,-9 11 107,15-18 101,1-1 292,14-19-388,3-4-55,0-1 3442,-1 5-3386,0 5 117,-2 18-62,1-13-16,-1 6 0,3-19 112,0-2-275,-3 3 141,-3 4 10,1-3-33,-1 3 11,6-7-22,0 1-50,-9 10 66,2-2-5,-5 7 342,5-7-73,4-4 33,1-3-296,1-1-8154,-5-5 8148,-2 3 0,13-4 0,4 5 0</inkml:trace>
  <inkml:trace contextRef="#ctx0" brushRef="#br2" timeOffset="116151">5964 8561 24575,'0'0'0</inkml:trace>
  <inkml:trace contextRef="#ctx0" brushRef="#br1" timeOffset="123874">5656 8467 6647,'3'4'2475,"0"-1"981,-3-3-1126,1 0-2280,-1-4-39,0 0-5,0-5 39,0 1 56,0-5-23,0 3-11,0-4 28,0 8-33,0 1-56,0 1-6,0 0 78,0-8 158,-8-7-180,4 1-51,-10-8 1,7 15 28,-4-4-34,2 5-3437,-2 0 3437,-1 0 5,-2-1 7,-1 0-7,5 3 1,-7-5-6,2 3-59,-28-10 0,-6-2 59,7 3 3,-6-1 0,2 1-3,16 7 3381,-24-8-3460,19 9 79,-20-7 0,24 13-98,-14-1 0,-5 2 47,15 2 1,-1 0 50,-23-1 0,-1 1 8,18 1 1,2 1 19,3-1 0,3 1-28,-19-2 5,17 0 1,22 0-6,-7 0-6,-7 1-28,-23 3 1,-4 0 27,3 2 6,-1-1 0,4 2 0,22-1 6,-8 2-6,-2 0-3392,-12 2 3392,19-3 0,-2 0-90,3 0 1,-2-1 92,-7 2 0,0-1-1,3-2 1,0-1 42,-2 0 0,0-1 0,1 0 0,1-2 14,-1 1 0,1-3 58,-4-6 1,1-2-112,-13-5-4,24 2 1,1-2 3,-6-8 95,-1-3-93,0-1 0,1-1 37,-5-4-26,9 8 1,2 1-14,7 4 72,1 0-72,-3-10-168,0-4 1855,5-1 1,1-2-1694,-4-14 25,5 6 0,2 1-19,3-1 261,-3-11-334,-1 10 302,-1 1-229,-5-9-3,9 22 0,0 1 47,-4-13-44,2-7 5,7 6-45,3 10 1,-1-3 2,-1-7 0,0-1 31,-1 2 0,0 1 0,1 8 0,-1 4-395,-3-5 395,2 13 12,-3-15-18,0-2 6,0 4 11,-2-3 90,1 21-140,0-4 383,3 10-383,3 6 5,4 6-1915,0 0 1949,-11-5 0,-2 0 0</inkml:trace>
  <inkml:trace contextRef="#ctx0" brushRef="#br1" timeOffset="125812">2136 6133 8013,'-3'1'733,"-1"2"-77,0 2 257,2-1 1557,-5 2-2167,5-5-18,-2 0-10,3-1-90,0 0-23,-2-1-44,1-1-6,-1-1 117,1 0 23,0-5-185,1 3-11,-1-4-11,2 4-39,0-3-12,0 0-151,26-28 157,-14 20-72,32-23-63,-13 33 79,8 16 0,1 5 56,2 0 0,-9 5 0,0 7 0,-8 5 0,-4 0-5,9 2-18,-5-1 1,1-4-17,-3-18 50,15-11 0,3-5-3403,4-6 3397,-7 4 1,-3-1 151,-16-3-689,-16 5-224,-2 1-583,-1-3 1339,-1-13 0,0 13 0,0-10 0</inkml:trace>
  <inkml:trace contextRef="#ctx0" brushRef="#br1" timeOffset="127159">2478 5924 9654,'6'-10'1675,"-1"2"-1434,-5 7 795,0-2-896,0 1 387,0-8-471,0 7 352,0-4-144,0 7 620,0 0-1438,-13 27 644,-6 26-76,6-17 1,-1 4 0,0-1-15,0 2 0,0-1 6,-4 16 0,0-5 10,-1-2-16,7-20 0,0 1-67,-4 14 0,0-2-23,-4 9 40,6-12 0,0-1 10,2-5 35,1-4-1,3-6 1,5-13 5,1 2 78,-1 9-72,-1 1-1,-5 10-5,2-13 0,-1 0 0,4-9 17,0-1 56,0 0 56,3-6-1249,0-3 1120,1-32 0,0 21 0,0-21 0</inkml:trace>
  <inkml:trace contextRef="#ctx0" brushRef="#br1" timeOffset="-190289.73">339 8674 7044,'0'10'0</inkml:trace>
  <inkml:trace contextRef="#ctx0" brushRef="#br1" timeOffset="-185987.73">687 3030 11189,'5'1'560,"-1"0"-437,0-2-5,3-2-74,3-3-4,3-3-40,3 0 22,24-14 499,-4-1-45,10-10-336,-17 9-67,-14 2-17,-4 1 0,1-13-17,-3-2 51,-1-6-90,-6 19-487,-27 3 487,12 17-6,-30 3 1,24 7 5,-7 5-34,8 0-3375,-14 21 3398,7-5 30,5 1 1,0 4-20,4 0 0,1 1-101,0 4 1,1 0 16,4-4 0,1-2-2112,0 7 2196,12-19 0,1-13 2274,9 4-2201,2-4 28,13 3-45,-6-5-2269,2 0 2258,-9-3 2268,-4-1-2178,26-10-130,-11 1 6,6-2 1,0-1-12,-9 2 0,8-3-264,-27 11-1444,-1 0 2556,7-2 0,-7 3 0,7-2 0</inkml:trace>
  <inkml:trace contextRef="#ctx0" brushRef="#br1" timeOffset="-185670.73">1312 3120 12275,'5'-3'2577,"0"-2"-6223,-5-3-264,2-1 3910,-2 1 0,0 4 0,0 1 0</inkml:trace>
  <inkml:trace contextRef="#ctx0" brushRef="#br1" timeOffset="-184722.73">1858 2852 10707,'-18'-19'2302,"0"3"-2173,-3 0 286,-4 6-415,9 7-6,-6 0-50,-7 12 50,10-2-56,-10 19 1,0 6-465,3 9 436,5-11 1,3-1-208,11 1 409,27-22-56,-1-1-6,13-5 113,8-18-102,-17 6 40,-1-21 0,-3-5-51,-8 1-44,3-21-6,-13 38-6,-1 15-83,-1 2 33,1 8 95,2 25 0,0 6 17,2-2-56,0 6 0,-1-1-123,3-12-96,-3 0 85,-1 11-158,-2 3 135,-3 10 115,-9-4 0,-3-1 491,-10 4 231,-5-10 1,-3-7-681,1-23 0,-8-9-34,25-9-274,6-3-106,0-5-494,2 0-548,-1-1-1614,-2 3 2222,-1 1 0,10 9 0,2 3 1</inkml:trace>
  <inkml:trace contextRef="#ctx0" brushRef="#br1" timeOffset="-184405.73">2019 3144 13866,'3'-2'566,"0"1"-1154,-3 1-571,0-2 1159,0-2 0,0 1 0,0-1 0</inkml:trace>
  <inkml:trace contextRef="#ctx0" brushRef="#br1" timeOffset="-182987.73">3059 2828 8410,'7'-9'2504,"11"-14"-2324,-9 14-57,9-11 39,-11 11-44,2-2-62,-2 0 28,2-2 50,-4 4 129,0-1 1,1-5-247,-4 5-11,3-4-1,-3 5 40,0 4 78,-1 0 73,0 4-308,-1 0 168,-9 8 17,1 2-34,-18 18-92,-2 9 0,-2 5-278,2-4 0,-3 3-724,3-4 0,-5 5 0,1 0 0,4-6 1057,1-2 1,1-2 44,-12 16 1,7-13 204,26-29-252,3-2-481,2-4-550,0-6 1031,0-2 0,0 7 0,0 4 0</inkml:trace>
  <inkml:trace contextRef="#ctx0" brushRef="#br1" timeOffset="-182521.73">2800 2835 10108,'0'-5'2946,"0"0"-2739,0 3-425,0 1 268,12 14-50,6 6 76,10 8 0,6 3-96,1 3 0,1 0-140,0 0 1,-2-1 69,-3-2 1,-4-5-45,-7-2-808,-4-6 668,-8-11 61,-1 0-22,-4-5 235,-2-4 0,0 2 0,-1-2 0</inkml:trace>
  <inkml:trace contextRef="#ctx0" brushRef="#br1" timeOffset="-181921.73">3593 2790 8679,'-8'-3'1871,"2"0"-1697,5 2 1136,0 0-1220,13 0-34,1-2-6,14-1-44,3-1-82,13-6 1,5-2 72,-19 5 0,1-1-53,26-7 0,-3 0-190,-14 2-6,-7 3 252,-32 15 0,0-3 0,-7 7 0</inkml:trace>
  <inkml:trace contextRef="#ctx0" brushRef="#br1" timeOffset="-181488.73">3538 3095 7722,'5'16'4256,"4"-3"-4519,42-13 81,-13-7 0,1-2 109,3 2 1,-1-1-38,-2-3 1,-5 1-328,-2-1-218,-18 6 655,-5 2 0,-5 1 0,-3 2 0</inkml:trace>
  <inkml:trace contextRef="#ctx0" brushRef="#br1" timeOffset="-177519.73">4614 2682 9346,'8'-12'1462,"0"0"112,6-27-1451,-8 23-4223,8-22 4156,-11 32 809,-3 1-859,1 1 447,0 1-453,-1 2-767,0-1 678,-10 51 3481,3-7-3387,0-1 1,-1 7-1090,2-4 0,1 4 0,0-5 974,0-8 1,1-1 92,-3 25 0,0-4-78,2-20-62,1-10-5,0-2 72,4-13-257,0-5 89,0-3 118,0 0-532,0-6 672,0-6 0,0-4 0</inkml:trace>
  <inkml:trace contextRef="#ctx0" brushRef="#br1" timeOffset="-176171.73">4600 2663 7811,'2'-13'930,"0"4"-913,2 2 527,1-2 531,-1-3-1019,0 2-51,-2 1 1,-1 7 44,1-1 85,0 0 498,5-7-633,2 2 0,8-5 11,33-2 62,0 8-20,-15 1 0,0 3-3,13 7-83,-10 12-323,-31 14 1,-6 5-9,1 5 8,-15 2 0,-6-3 110,-9-14 201,-10 5 76,5-12 0,2-1 142,-1 1 29,-18 8 95,44-23 61,5-3 62,15-2-173,15-5-203,6 0-122,24-3 5,-29 6 34,8 2-179,-1 16 184,-18-4-375,15 21 409,-26-14 224,7 33-375,-10-30-23,6 24 180,-13-34 0,-9 6 128,-25 1-128,9-4-1,-22 12 6,26-14 488,-11 5-370,16-10-57,-9-3-27,14-3-34,-2 0-11,7 0 112,-26-5 79,20 3 352,-23-7-257,28 7-196,-1-2-3104,2 0 203,3 2 2811,-1 0 0,5 1 0,-1 1 0</inkml:trace>
  <inkml:trace contextRef="#ctx0" brushRef="#br1" timeOffset="-166069.73">5414 3089 9106,'2'-4'1232,"-1"1"2621,-1 3-3853,-9 7 0,-4 8 0,-11 11 0,-9 21-53,16-20 0,0 2-9,1-3 0,1 0-912,-8 20-455,16-29 1429,5-10 0,1-5 0,0-2 0</inkml:trace>
  <inkml:trace contextRef="#ctx0" brushRef="#br3" timeOffset="-22590.73">15550 12949 24575,'0'0'0</inkml:trace>
  <inkml:trace contextRef="#ctx0" brushRef="#br3" timeOffset="13721.27">3001 10464 24575,'56'17'0,"-24"-7"0,10 6 0,5 3 0,-5 1 0,-1-1 0,-6-4 0,0 0 0,8 4 0,2 2 0,9 8 0,-3-1 0,-24-14 0,0 0 0,27 15 0,-5-1 0,-25-10 0,-5-6 0,-4 1 0,-12-7 0,-3-3 0,-3 1 0,-2 1 0,0-1 0,-1 1 0,3-3 0,1-1 0,2 1 0</inkml:trace>
  <inkml:trace contextRef="#ctx0" brushRef="#br3" timeOffset="14988.27">3388 10870 24575,'34'0'0,"-15"0"0,31 0 0,-9 0 0,1 0 0,1 0 0,-16 0 0,11 0 0,-6 0 0,2 0 0,-12 0 0,-11 0 0,-6 0 0,1 0 0,-4 0 0</inkml:trace>
  <inkml:trace contextRef="#ctx0" brushRef="#br3" timeOffset="16340.27">3705 10533 24575,'0'15'0,"0"17"0,0 11 0,0-1 0,0 1 0,0-22 0,0-9 0,0 12 0,0-13 0,0 7 0,3-15 0,-3-1 0,3-2 0</inkml:trace>
  <inkml:trace contextRef="#ctx0" brushRef="#br3" timeOffset="19375.27">1308 10484 24575,'49'0'0,"6"0"0,-15 0 0,0 0 0,-6 0 0,-13 0 0,10-7 0,1-2 0,-3-2 0,3-2 0,-2-2 0,-16-5 0,-2 2 0,-4 2 0,-3-1 0,-1 7 0,-2-6 0,-2 8 0,0-1 0,0 1 0,0 1 0,-5 1 0,1-2 0,-9 0 0,4 1 0,-5-1 0,-5 0 0,6 4 0,-9-1 0,10 5 0,1 0 0,-2 0 0,6 0 0,-8 0 0,6 7 0,-10 8 0,9-2 0,-6 5 0,5-9 0,2-1 0,-5 0 0,6 3 0,2-5 0,-2 5 0,8-3 0,-12 19 0,9-11 0,-9 14 0,12-22 0,-3 0 0,1 0 0,1 0 0,-1 1 0,-1-1 0,3-3 0,-3 5 0,3-4 0,0 4 0,5 5 0,3-5 0,3 7 0,0-8 0,-3-2 0,-1 1 0,-1-2 0,2 2 0,2-3 0,-3 0 0,6-2 0,-2 4 0,1-6 0,6 7 0,2-5 0,9 0 0,-11 0 0,3-3 0,-15 0 0,1 0 0,1 0 0,3 0 0,1 0 0,1 0 0,1 0 0,3 0 0,-5 0 0,1-3 0,-5 3 0,-2-5 0,2 4 0,-3-1 0,-2 2 0,-1 0 0</inkml:trace>
  <inkml:trace contextRef="#ctx0" brushRef="#br3" timeOffset="21439.27">2048 10246 24575,'-15'13'0,"0"0"0,-8 12 0,6-7 0,6-5 0,3-2 0,0 0 0,1-2 0,0 4 0,1-3 0,3-1 0,-2 1 0,5-4 0,-5 1 0,4 1 0,-1 1 0,2-2 0,0 3 0,0-3 0,7 0 0,-1-4 0,5-3 0,-4 0 0,-1 0 0,-1 0 0,0 0 0,0 0 0,3 0 0,-2 0 0,1 0 0,1 0 0,0 2 0,0-2 0,0 3 0,-3-1 0,0-1 0,1 1 0,-1-2 0,5 2 0,-4-1 0,4 1 0,0-2 0,-4 0 0,6 0 0,-6 0 0,2-5 0,-1-1 0,-1-4 0,-1 1 0,0 2 0,-2 4 0,0-2 0,-1 4 0,-2-1 0</inkml:trace>
  <inkml:trace contextRef="#ctx0" brushRef="#br3" timeOffset="22905.27">1992 9972 24575,'0'59'0,"0"-28"0,0 17 0,11-5 0,-7-23 0,7 22 0,-6-34 0,-4 1 0,1-2 0,0-1 0,-1-1 0,1 0 0,1 0 0,0 5 0,-1-3 0,3 3 0,-2-3 0,0-1 0,7 12 0,-3-5 0,4 9 0,-3-10 0,-2 4 0,-1-9 0,-2 3 0,-1-2 0,1-2 0,-3 1 0,3-4 0,-3-1 0</inkml:trace>
  <inkml:trace contextRef="#ctx0" brushRef="#br3" timeOffset="24341.27">2119 10260 24575,'2'-3'0,"54"1"0,-29 2 0,21 0 0,0 0 0,-15 0 0,19 3 0,-17 0 0,-10 0 0,6 3 0,-16-6 0,-4 2 0,2 1 0,-7-3 0,9 5 0,-6-4 0,4 1 0,-5-2 0,0 0 0,-3 0 0,0 0 0,1 0 0,-1 0 0,-2 2 0,1-1 0,-3 3 0,1-3 0,-2 1 0</inkml:trace>
  <inkml:trace contextRef="#ctx0" brushRef="#br3" timeOffset="25889.27">2459 9992 24575,'0'26'0,"0"7"0,0-13 0,-6 30 0,-3-18 0,-2 8 0,0-14 0,3-9 0,4-1 0,-4 0 0,7-1 0,-4-3 0,2 5 0,-3-2 0,3 3 0,-5 6 0,4-5 0,-2 1 0,0-3 0,3-8 0,0 2 0,1-6 0,-1 0 0,3 0 0,-3 1 0,3-1 0,-2 0 0,2 0 0,-3 0 0,1 5 0,1-4 0,-1 4 0,2-5 0,-2-2 0,1 4 0,-1-4 0,2 5 0,-3-5 0,0-1 0,1-2 0,-1 0 0</inkml:trace>
  <inkml:trace contextRef="#ctx0" brushRef="#br3" timeOffset="43607.27">9711 10920 24575,'28'-3'0,"-5"8"0,7-1 0,14 18 0,-16 6 0,1 2 0,-2-9 0,0 1 0,2 12 0,-4-1 0,0 2 0,-9-1 0,0 0 0,5 13 0,-3 1 0,-1 0 0,-2-7 0,1 11 0,-7-31 0,-3-5 0,-1-5 0,-1 0 0,0-5 0,-3 4 0,1-8 0,-2 2 0,0-7 0</inkml:trace>
  <inkml:trace contextRef="#ctx0" brushRef="#br3" timeOffset="45710.27">10368 11809 24575,'0'19'0,"0"-1"0,0-10 0,0 3 0,0 2 0,0-6 0,0 2 0</inkml:trace>
  <inkml:trace contextRef="#ctx0" brushRef="#br3" timeOffset="47314.27">10533 11721 24575,'0'26'0,"0"-10"0,0 4 0,0-14 0,0 2 0,0 0 0,0-2 0,0-1 0,0-3 0</inkml:trace>
  <inkml:trace contextRef="#ctx0" brushRef="#br3" timeOffset="48965.27">10721 11912 24575,'0'60'0,"0"-19"0,0-12 0,0-17 0,0 11 0,0-7 0,0 5 0,0-7 0,0 2 0,0-6 0,0 3 0,0-5 0,0-2 0,0 4 0,0-5 0,0 3 0,0-3 0,0 5 0,0-3 0,0 3 0,0-3 0,0-1 0,0 2 0,0 2 0,0-3 0,3 3 0,-3 0 0,3-3 0,-3 3 0,0-2 0,0 0 0,2 8 0,-1-3 0,1 1 0,1-1 0,-2-7 0,1 5 0,-2-8 0,0-1 0</inkml:trace>
  <inkml:trace contextRef="#ctx0" brushRef="#br4" timeOffset="58842.27">10668 11900 7195,'5'1'3333,"-1"1"-3019,-2-2 1024,-2 1-800,12 0-241,29-17-275,5 5-8,6-1 0,0 1-2,-6 2-10,-6 5 1,-4 3 14,-17 3-11,6 2-6,-6 4-17,1 3-185,-6 2 275,7 32-73,-13-24-308,3 26 386,-28-13 230,-7-5 12,-19 8-169,8-18 6,5-8 5,4-3 504,3-2-386,0-1 241,4-1-235,7-3-123,3 0 44,0-2-201,2 0-51,-3-1-62,6 0-33,0 0-107,3 2 68,-5-1-890,-3 1 565,-11 0 330,7 1 292,0-1-2012,14 1 1894,12-7 0,-5 5 0,4-5 0</inkml:trace>
  <inkml:trace contextRef="#ctx0" brushRef="#br4" timeOffset="59669.27">10918 12174 9576,'0'4'3086,"6"3"-3086,2-3-801,37 28 308,-22-14 274,3 3 1,-3 2-767,-4 5 408,4 23 622,-12-16 173,0 3 661,-13-21 903,-5-8-1581,2-3-5,-2-3-106,5-4-90,0-3 157,11-21-107,5-1 23,1-6 128,3 3-77,-12 17 4,2-4-116,8-4-40,-3 5 22,18-12 12,-16 16 22,5-2 72,-4 4-100,-8 5-95,7-5-554,-3 4-842,-3 1 1060,4-1-1254,-6 2 452,-4 2 1233,-1-1 0,-2 2 0,0-1 0</inkml:trace>
  <inkml:trace contextRef="#ctx0" brushRef="#br4" timeOffset="60696.27">11625 12133 9744,'5'-3'1742,"0"-1"-1255,-5 4-27,0-2 368,-14-2-716,-7 2-56,-31 6 109,15 8 1,-1 3-166,6-4 0,0 2 0,-4 6 0,4 3-11,1 13 11,12-6 72,10 11-72,11-15-5,7 4-90,1-16-73,6-1-118,4-7-358,22-4 560,15-9 19,-21 1 1,-1-2-9,-4-2 0,-3 0 17,15-9 73,-9 0-17,-14 11 11,9-9-11,-16 10 124,3-7-1,-13 4-173,-1-4 5,-7-1 45,-1-1 50,-4 2-128,-4-10 806,7 14-163,-1-7 275,1 10-700,3 3-834,-26-13 224,17 13-141,-19-8-1988,8 15 2599,-9 0 0,10 0 0,2 1 0</inkml:trace>
  <inkml:trace contextRef="#ctx0" brushRef="#br4" timeOffset="62049.27">12270 11917 13502,'-8'1'39,"0"-1"-44,-12 1 5,3 2-6,-19 3 1,7 4 33,-1 0-28,5 0-40,6-3 40,-3 4-5,-14 7-3393,7-3 3365,-1 4 33,15-8 123,8-1-11,1-1-23,2 1-2183,-1 9 2284,2 5 2046,0 1-2231,2-3-5,1-9-5,2-3-34,2-2-34,7 2 3239,15 5-3172,-5-4 6,7 3 57,-10-8-40,4-3-2582,28-3 2419,-15-2 140,10-2 6,-29 0-4058,-8 2 4058,-3 0 0,-3 0 0,-2 1 0</inkml:trace>
  <inkml:trace contextRef="#ctx0" brushRef="#br4" timeOffset="63250.27">12310 12102 12892,'8'-3'459,"1"1"-459,3 2-146,2 0-268,14-7 7,2-3 1,1-3 535,13-9-79,-15 8 1,-3 1 50,-9-2 487,-4-9-459,-7 10 106,4-16-145,-8 18-34,-1-2 0,-1 5 90,-1-1 324,-6-4-369,2 5-68,-5-1-33,4 6 0,1 1 0,-1 1 0,-1 0-5,0 1 5,-4 0 78,0 0-67,-3 1-5,-1 0 5,2 0-5,-7 4-6,2 3 11,-26 21-5,19-8 5,-16 18 28,26-20-39,0 3-286,0 21 404,9-20-28,-1 24-23,10-33-62,2 2-55,6-3-280,-1-2 279,5 3 1,-3-3 61,7 1 34,3-3-40,3-2 1,1-2-6,-2-4-39,6-2 0,1 0 39,4-2-1626,5-2 0,-2-2 1077,-13 1-269,9-5 818,-26 2 0,-4 10 0,-3-2 0</inkml:trace>
  <inkml:trace contextRef="#ctx0" brushRef="#br4" timeOffset="64496.27">13205 11619 10853,'0'-7'2750,"0"0"-2100,-6-1-650,0 4-51,-13 1 46,4 2-7,-7 1-32,5 1-18,-20 12-240,10-3 156,-18 13-112,17-6-3598,-3 5 3732,9-6 46,1 1-6,6-5 90,5-2-23,-1 2 431,5 7-246,19 0-117,-2 1-130,16-5-190,19-2 236,-21-7-448,19 7 313,-27-9 95,-1 2 0,2-1-50,-2 2-6,5 5 3218,-8-4-3167,0 3 732,-10-5-906,0 6 174,-2-1 140,-4 4-62,-4-4-34,-5 0 28,-1-1-10,-2-1 16,0-2 56,1-1 319,-8 2 645,-4-2-808,1 0-105,0-3-102,12-1 85,-4-2-84,6 0 50,-8-5-84,9 1-56,-2-4-12,5 2-83,3 2-655,-1-1 60,4 3-301,-1-1 1075,1-1 0,1 3 0,0-3 0</inkml:trace>
  <inkml:trace contextRef="#ctx0" brushRef="#br4" timeOffset="66011.27">13653 11587 8450,'4'-4'4279,"0"0"-2296,-4 3-1614,-1 0 578,0-1-879,-1 1-24,-12 0-44,2 0 0,-15 1-11,10-1-28,-6 1-90,6 0 23,-2 3-326,-22 9 426,9 0-165,-2 8 1,2 4-9,7 3 89,-7 16 135,29-26-40,3-4 40,5-9-34,1 0-11,8-1-649,25-1 593,-9 0-124,2 2 1,1 1 179,-3 3 124,15 16-108,-20 0-133,-3 5-3275,-6-9 3453,-12-2 91,-11-7-91,-14 9-16,-4-6 5,-3 2-50,6-9 325,-4-1 3403,11-3-3974,-20-9-73,17 2-661,-5-5 95,12 7-695,11-3 1580,10-3 0,-3 2 0,2 0 0</inkml:trace>
  <inkml:trace contextRef="#ctx0" brushRef="#br4" timeOffset="66894.27">14138 11208 8091,'-6'-2'1894,"1"0"-225,-4-1-1160,3 0 741,-4 0-1211,7 1-34,-1 2 7,3 0 100,-2 4 134,-7 24-212,2-5-8,0 12 0,0 11 0,1-2-23,2 5 0,0 2 0,0 2 1,0 4 0,1-5-2,2-8 1,0-4 0,1-5 0,1-6-87,-2-10 34,0 4-320,1-10-3184,-1-1 3358,1-10 196,-5-2 0,-3 0 0</inkml:trace>
  <inkml:trace contextRef="#ctx0" brushRef="#br4" timeOffset="69411.27">13768 11172 8528,'-5'-7'2129,"1"2"-634,3 4-1326,1 0-169,6 0 212,0 0-100,6 1-11,1 0-22,0 0-68,4-1 8,23-2 1,7 1 145,-6 4 0,0 0-131,11-3 0,-2 1-34,-15 4 0,-6 0 5,-10 0-10,4 4 5,2 4 89,-1 1-33,-1 4-28,-5 1-28,-4-3 0,-2 4 0,-7-9 17,-2 4 101,-2-7-12,-10 10-106,1-6-6,-11 8-38,4-9-24,-2-1-32,1-1-7,0-1-3402,0 1 3111,-6 3 62,-9 6-185,-14 2 229,7-4 382,2-5 72,20-7-5,6-2 3527,2 0-3645,4 0 45,-16 2 0,-2 2-73,-2 0-5,1 2-3157,4 0 3341,7-3 370,-2 1-246,11-3-85,2-2-307,13 0 16,-3 0-66,18 0-85,-5 0 123,1 0 3359,-3 0-3549,23 0 280,-15 0 0,20 0 0,-25 0 0,-4 0 6,18 3 38,20 6-4,0 2-35,-26-4 1,-3 1-3387,6 6 3392,-13-4-11,-2 2 17,0 1-17,-6-2 0,3 2-34,-9-6-150,4 13 2853,-4 8-2938,2 1 218,-6 2-10,-5-16 61,0-2 11,-2-3-11,1-5 0,-2 2 0,1-3-974,-17 8 884,9-5 79,-12 6 274,-8 0 387,-1-1-561,-5 2-5,-3-3-84,11-4 443,-13 0-191,9-1 56,-1-2 532,-2 0-302,8-3 1305,-10 0-1782,23-2-55,2 0 33,12-1-33,-1-2 89,-9-7-95,2 3 39,-7-8 6,9 10 431,-2-3-347,5 5 56,-1-2-124,4 5-27,1-2-34,0 3-135,0-2 135,-16-6 0,-5-4 0</inkml:trace>
  <inkml:trace contextRef="#ctx0" brushRef="#br3" timeOffset="73845.27">14507 11003 24575,'0'10'0,"0"-2"0,0 2 0,0 7 0,0-4 0,0 8 0,0-12 0,0 2 0,0-6 0,0 0 0,0 26 0,0-19 0,0 18 0,0-24 0,0-3 0,0-1 0</inkml:trace>
  <inkml:trace contextRef="#ctx0" brushRef="#br3" timeOffset="75395.27">14656 11028 24575,'0'18'0,"0"-8"0,0 10 0,0-14 0,0 9 0,0-9 0,0 9 0,0-9 0,0 6 0,0-6 0,0 2 0,0-3 0,0 3 0,0 1 0,0 2 0,0 3 0,0 7 0,0-5 0,0 7 0,0-3 0,0-4 0,0 4 0,0-7 0,0-3 0,0 0 0,0-2 0,0-5 0,0 2 0</inkml:trace>
  <inkml:trace contextRef="#ctx0" brushRef="#br3" timeOffset="82014.27">10599 13119 24575,'0'0'0</inkml:trace>
  <inkml:trace contextRef="#ctx0" brushRef="#br3" timeOffset="83819.27">10743 13101 24575,'0'0'0</inkml:trace>
  <inkml:trace contextRef="#ctx0" brushRef="#br3" timeOffset="98476.27">3966 12317 24575,'-8'3'0,"3"0"0,-10-3 0,8 0 0,-6 0 0,5 0 0,-6 0 0,2 0 0,-15 2 0,10 2 0,-6-1 0,-25 8 0,22-6 0,-28 7 0,13 3 0,8-6 0,-4 5 0,-2 2 0,8-4 0,0 0 0,-3 3 0,-1 1 0,1 0 0,1 0 0,2 0 0,1 0 0,1 0 0,0 0 0,2-2 0,0 0 0,-6 7 0,2 0 0,-6 1 0,7-2 0,-1 2 0,-16 12 0,7 1 0,0-1 0,2 9 0,3 0 0,16-18 0,1 1 0,-17 19 0,10-7 0,-1 6 0,2 9 0,10-26 0,1 1 0,-8 26 0,5-10 0,0 0 0,2 10 0,0-11 0,0 1 0,8-9 0,1-1 0,-2 23 0,3-24 0,2-2 0,2 9 0,0 1 0,0-11 0,0 14 0,3-13 0,0 2 0,4 1 0,0-2 0,2 0 0,3 6 0,-3-5 0,1-3 0,0-3 0,2-1 0,-2-4 0,-1-4 0,3 0 0,9 20 0,-9-21 0,8 13 0,-12-19 0,0 3 0,9 14 0,-7-8 0,4 4 0,-6-10 0,-2-5 0,2 4 0,0-4 0,-2-1 0,-1 0 0,9 12 0,-11-12 0,14 17 0,-16-19 0,4 4 0,-3-4 0,-1-1 0,3-2 0,-1-1 0,0 0 0,1 1 0,-1 3 0,3 1 0,-1-1 0,-2 2 0,1-3 0,0 3 0,3 3 0,0-2 0,5 12 0,-5-13 0,6 14 0,-10-15 0,5 4 0,-8-7 0,5-3 0,-2 1 0,2-2 0,-3 0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921D2FB-4367-E04D-A202-87F561887755}"/>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defTabSz="966788" eaLnBrk="1" hangingPunct="1">
              <a:defRPr sz="1300">
                <a:latin typeface="Arial" charset="0"/>
              </a:defRPr>
            </a:lvl1pPr>
          </a:lstStyle>
          <a:p>
            <a:pPr>
              <a:defRPr/>
            </a:pPr>
            <a:endParaRPr lang="en-US"/>
          </a:p>
        </p:txBody>
      </p:sp>
      <p:sp>
        <p:nvSpPr>
          <p:cNvPr id="35843" name="Rectangle 3">
            <a:extLst>
              <a:ext uri="{FF2B5EF4-FFF2-40B4-BE49-F238E27FC236}">
                <a16:creationId xmlns:a16="http://schemas.microsoft.com/office/drawing/2014/main" id="{39FCF7A8-51A0-8B4B-B814-6B0362D31094}"/>
              </a:ext>
            </a:extLst>
          </p:cNvPr>
          <p:cNvSpPr>
            <a:spLocks noGrp="1" noChangeArrowheads="1"/>
          </p:cNvSpPr>
          <p:nvPr>
            <p:ph type="dt" idx="1"/>
          </p:nvPr>
        </p:nvSpPr>
        <p:spPr bwMode="auto">
          <a:xfrm>
            <a:off x="4144963" y="0"/>
            <a:ext cx="3170237" cy="479425"/>
          </a:xfrm>
          <a:prstGeom prst="rect">
            <a:avLst/>
          </a:prstGeom>
          <a:noFill/>
          <a:ln>
            <a:noFill/>
          </a:ln>
          <a:effectLst/>
        </p:spPr>
        <p:txBody>
          <a:bodyPr vert="horz" wrap="square" lIns="96661" tIns="48331" rIns="96661" bIns="48331" numCol="1" anchor="t" anchorCtr="0" compatLnSpc="1">
            <a:prstTxWarp prst="textNoShape">
              <a:avLst/>
            </a:prstTxWarp>
          </a:bodyPr>
          <a:lstStyle>
            <a:lvl1pPr algn="r" defTabSz="966788" eaLnBrk="1" hangingPunct="1">
              <a:defRPr sz="1300">
                <a:latin typeface="Arial" charset="0"/>
              </a:defRPr>
            </a:lvl1pPr>
          </a:lstStyle>
          <a:p>
            <a:pPr>
              <a:defRPr/>
            </a:pPr>
            <a:endParaRPr lang="en-US"/>
          </a:p>
        </p:txBody>
      </p:sp>
      <p:sp>
        <p:nvSpPr>
          <p:cNvPr id="13316" name="Rectangle 4">
            <a:extLst>
              <a:ext uri="{FF2B5EF4-FFF2-40B4-BE49-F238E27FC236}">
                <a16:creationId xmlns:a16="http://schemas.microsoft.com/office/drawing/2014/main" id="{02A9DD4F-BA7A-7D4F-A23D-B0ADA6DC68D7}"/>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845" name="Rectangle 5">
            <a:extLst>
              <a:ext uri="{FF2B5EF4-FFF2-40B4-BE49-F238E27FC236}">
                <a16:creationId xmlns:a16="http://schemas.microsoft.com/office/drawing/2014/main" id="{EF3900E3-8D5C-864F-8EFF-4AD2F0963E42}"/>
              </a:ext>
            </a:extLst>
          </p:cNvPr>
          <p:cNvSpPr>
            <a:spLocks noGrp="1" noChangeArrowheads="1"/>
          </p:cNvSpPr>
          <p:nvPr>
            <p:ph type="body" sz="quarter" idx="3"/>
          </p:nvPr>
        </p:nvSpPr>
        <p:spPr bwMode="auto">
          <a:xfrm>
            <a:off x="974725" y="4560888"/>
            <a:ext cx="5365750" cy="4319587"/>
          </a:xfrm>
          <a:prstGeom prst="rect">
            <a:avLst/>
          </a:prstGeom>
          <a:noFill/>
          <a:ln>
            <a:noFill/>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5846" name="Rectangle 6">
            <a:extLst>
              <a:ext uri="{FF2B5EF4-FFF2-40B4-BE49-F238E27FC236}">
                <a16:creationId xmlns:a16="http://schemas.microsoft.com/office/drawing/2014/main" id="{062FD684-DEE2-F743-821F-E9644E1F5DFF}"/>
              </a:ext>
            </a:extLst>
          </p:cNvPr>
          <p:cNvSpPr>
            <a:spLocks noGrp="1" noChangeArrowheads="1"/>
          </p:cNvSpPr>
          <p:nvPr>
            <p:ph type="ftr" sz="quarter" idx="4"/>
          </p:nvPr>
        </p:nvSpPr>
        <p:spPr bwMode="auto">
          <a:xfrm>
            <a:off x="0" y="9121775"/>
            <a:ext cx="3170238"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defTabSz="966788" eaLnBrk="1" hangingPunct="1">
              <a:defRPr sz="1300">
                <a:latin typeface="Arial" charset="0"/>
              </a:defRPr>
            </a:lvl1pPr>
          </a:lstStyle>
          <a:p>
            <a:pPr>
              <a:defRPr/>
            </a:pPr>
            <a:endParaRPr lang="en-US"/>
          </a:p>
        </p:txBody>
      </p:sp>
      <p:sp>
        <p:nvSpPr>
          <p:cNvPr id="35847" name="Rectangle 7">
            <a:extLst>
              <a:ext uri="{FF2B5EF4-FFF2-40B4-BE49-F238E27FC236}">
                <a16:creationId xmlns:a16="http://schemas.microsoft.com/office/drawing/2014/main" id="{E8CDCE80-FA81-D84E-9F05-40B0F1355834}"/>
              </a:ext>
            </a:extLst>
          </p:cNvPr>
          <p:cNvSpPr>
            <a:spLocks noGrp="1" noChangeArrowheads="1"/>
          </p:cNvSpPr>
          <p:nvPr>
            <p:ph type="sldNum" sz="quarter" idx="5"/>
          </p:nvPr>
        </p:nvSpPr>
        <p:spPr bwMode="auto">
          <a:xfrm>
            <a:off x="4144963" y="9121775"/>
            <a:ext cx="3170237" cy="479425"/>
          </a:xfrm>
          <a:prstGeom prst="rect">
            <a:avLst/>
          </a:prstGeom>
          <a:noFill/>
          <a:ln>
            <a:noFill/>
          </a:ln>
          <a:effectLst/>
        </p:spPr>
        <p:txBody>
          <a:bodyPr vert="horz" wrap="square" lIns="96661" tIns="48331" rIns="96661" bIns="48331" numCol="1" anchor="b" anchorCtr="0" compatLnSpc="1">
            <a:prstTxWarp prst="textNoShape">
              <a:avLst/>
            </a:prstTxWarp>
          </a:bodyPr>
          <a:lstStyle>
            <a:lvl1pPr algn="r" defTabSz="966788" eaLnBrk="1" hangingPunct="1">
              <a:defRPr sz="1300" smtClean="0"/>
            </a:lvl1pPr>
          </a:lstStyle>
          <a:p>
            <a:pPr>
              <a:defRPr/>
            </a:pPr>
            <a:fld id="{640942AF-DB3C-8C43-A94F-836EE344CC3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a:extLst>
              <a:ext uri="{FF2B5EF4-FFF2-40B4-BE49-F238E27FC236}">
                <a16:creationId xmlns:a16="http://schemas.microsoft.com/office/drawing/2014/main" id="{2515E827-6159-044F-8B1D-02A748E6D0F8}"/>
              </a:ext>
            </a:extLst>
          </p:cNvPr>
          <p:cNvSpPr>
            <a:spLocks noGrp="1" noRot="1" noChangeAspect="1" noChangeArrowheads="1" noTextEdit="1"/>
          </p:cNvSpPr>
          <p:nvPr>
            <p:ph type="sldImg"/>
          </p:nvPr>
        </p:nvSpPr>
        <p:spPr>
          <a:ln/>
        </p:spPr>
      </p:sp>
      <p:sp>
        <p:nvSpPr>
          <p:cNvPr id="101378" name="Notes Placeholder 2">
            <a:extLst>
              <a:ext uri="{FF2B5EF4-FFF2-40B4-BE49-F238E27FC236}">
                <a16:creationId xmlns:a16="http://schemas.microsoft.com/office/drawing/2014/main" id="{1B64EA81-3949-5445-A4F8-74EEBEFA890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Buffer byte “this is the string to be encoded” 0x0; esi in the beginning is pointing to the character ‘t’ of the word “this”</a:t>
            </a:r>
          </a:p>
          <a:p>
            <a:r>
              <a:rPr lang="en-US" altLang="en-US"/>
              <a:t>t XOR 239d</a:t>
            </a:r>
          </a:p>
          <a:p>
            <a:r>
              <a:rPr lang="en-US" altLang="en-US"/>
              <a:t>H XOR 239d</a:t>
            </a:r>
          </a:p>
          <a:p>
            <a:r>
              <a:rPr lang="en-US" altLang="en-US"/>
              <a:t>I XOR 239d</a:t>
            </a:r>
          </a:p>
        </p:txBody>
      </p:sp>
      <p:sp>
        <p:nvSpPr>
          <p:cNvPr id="101379" name="Slide Number Placeholder 3">
            <a:extLst>
              <a:ext uri="{FF2B5EF4-FFF2-40B4-BE49-F238E27FC236}">
                <a16:creationId xmlns:a16="http://schemas.microsoft.com/office/drawing/2014/main" id="{D024ECD0-A602-F74B-A49A-AEA196D0DF6B}"/>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100">
                <a:solidFill>
                  <a:schemeClr val="tx1"/>
                </a:solidFill>
                <a:latin typeface="Arial" panose="020B0604020202020204" pitchFamily="34" charset="0"/>
              </a:defRPr>
            </a:lvl1pPr>
            <a:lvl2pPr marL="742950" indent="-285750" defTabSz="966788">
              <a:defRPr sz="2100">
                <a:solidFill>
                  <a:schemeClr val="tx1"/>
                </a:solidFill>
                <a:latin typeface="Arial" panose="020B0604020202020204" pitchFamily="34" charset="0"/>
              </a:defRPr>
            </a:lvl2pPr>
            <a:lvl3pPr marL="1143000" indent="-228600" defTabSz="966788">
              <a:defRPr sz="2100">
                <a:solidFill>
                  <a:schemeClr val="tx1"/>
                </a:solidFill>
                <a:latin typeface="Arial" panose="020B0604020202020204" pitchFamily="34" charset="0"/>
              </a:defRPr>
            </a:lvl3pPr>
            <a:lvl4pPr marL="1600200" indent="-228600" defTabSz="966788">
              <a:defRPr sz="2100">
                <a:solidFill>
                  <a:schemeClr val="tx1"/>
                </a:solidFill>
                <a:latin typeface="Arial" panose="020B0604020202020204" pitchFamily="34" charset="0"/>
              </a:defRPr>
            </a:lvl4pPr>
            <a:lvl5pPr marL="2057400" indent="-228600" defTabSz="966788">
              <a:defRPr sz="2100">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sz="2100">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sz="2100">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sz="2100">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sz="2100">
                <a:solidFill>
                  <a:schemeClr val="tx1"/>
                </a:solidFill>
                <a:latin typeface="Arial" panose="020B0604020202020204" pitchFamily="34" charset="0"/>
              </a:defRPr>
            </a:lvl9pPr>
          </a:lstStyle>
          <a:p>
            <a:fld id="{6C5BC764-22A9-FB46-848F-ED704CD1D1C7}" type="slidenum">
              <a:rPr lang="en-US" altLang="en-US" sz="1300"/>
              <a:pPr/>
              <a:t>36</a:t>
            </a:fld>
            <a:endParaRPr lang="en-US" altLang="en-US"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a:extLst>
              <a:ext uri="{FF2B5EF4-FFF2-40B4-BE49-F238E27FC236}">
                <a16:creationId xmlns:a16="http://schemas.microsoft.com/office/drawing/2014/main" id="{2515E827-6159-044F-8B1D-02A748E6D0F8}"/>
              </a:ext>
            </a:extLst>
          </p:cNvPr>
          <p:cNvSpPr>
            <a:spLocks noGrp="1" noRot="1" noChangeAspect="1" noChangeArrowheads="1" noTextEdit="1"/>
          </p:cNvSpPr>
          <p:nvPr>
            <p:ph type="sldImg"/>
          </p:nvPr>
        </p:nvSpPr>
        <p:spPr>
          <a:ln/>
        </p:spPr>
      </p:sp>
      <p:sp>
        <p:nvSpPr>
          <p:cNvPr id="101378" name="Notes Placeholder 2">
            <a:extLst>
              <a:ext uri="{FF2B5EF4-FFF2-40B4-BE49-F238E27FC236}">
                <a16:creationId xmlns:a16="http://schemas.microsoft.com/office/drawing/2014/main" id="{1B64EA81-3949-5445-A4F8-74EEBEFA8907}"/>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dirty="0"/>
          </a:p>
        </p:txBody>
      </p:sp>
      <p:sp>
        <p:nvSpPr>
          <p:cNvPr id="101379" name="Slide Number Placeholder 3">
            <a:extLst>
              <a:ext uri="{FF2B5EF4-FFF2-40B4-BE49-F238E27FC236}">
                <a16:creationId xmlns:a16="http://schemas.microsoft.com/office/drawing/2014/main" id="{D024ECD0-A602-F74B-A49A-AEA196D0DF6B}"/>
              </a:ext>
            </a:extLst>
          </p:cNvPr>
          <p:cNvSpPr>
            <a:spLocks noGrp="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966788">
              <a:defRPr sz="2100">
                <a:solidFill>
                  <a:schemeClr val="tx1"/>
                </a:solidFill>
                <a:latin typeface="Arial" panose="020B0604020202020204" pitchFamily="34" charset="0"/>
              </a:defRPr>
            </a:lvl1pPr>
            <a:lvl2pPr marL="742950" indent="-285750" defTabSz="966788">
              <a:defRPr sz="2100">
                <a:solidFill>
                  <a:schemeClr val="tx1"/>
                </a:solidFill>
                <a:latin typeface="Arial" panose="020B0604020202020204" pitchFamily="34" charset="0"/>
              </a:defRPr>
            </a:lvl2pPr>
            <a:lvl3pPr marL="1143000" indent="-228600" defTabSz="966788">
              <a:defRPr sz="2100">
                <a:solidFill>
                  <a:schemeClr val="tx1"/>
                </a:solidFill>
                <a:latin typeface="Arial" panose="020B0604020202020204" pitchFamily="34" charset="0"/>
              </a:defRPr>
            </a:lvl3pPr>
            <a:lvl4pPr marL="1600200" indent="-228600" defTabSz="966788">
              <a:defRPr sz="2100">
                <a:solidFill>
                  <a:schemeClr val="tx1"/>
                </a:solidFill>
                <a:latin typeface="Arial" panose="020B0604020202020204" pitchFamily="34" charset="0"/>
              </a:defRPr>
            </a:lvl4pPr>
            <a:lvl5pPr marL="2057400" indent="-228600" defTabSz="966788">
              <a:defRPr sz="2100">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sz="2100">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sz="2100">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sz="2100">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sz="2100">
                <a:solidFill>
                  <a:schemeClr val="tx1"/>
                </a:solidFill>
                <a:latin typeface="Arial" panose="020B0604020202020204" pitchFamily="34" charset="0"/>
              </a:defRPr>
            </a:lvl9pPr>
          </a:lstStyle>
          <a:p>
            <a:fld id="{6C5BC764-22A9-FB46-848F-ED704CD1D1C7}" type="slidenum">
              <a:rPr lang="en-US" altLang="en-US" sz="1300"/>
              <a:pPr/>
              <a:t>37</a:t>
            </a:fld>
            <a:endParaRPr lang="en-US" altLang="en-US" sz="1300"/>
          </a:p>
        </p:txBody>
      </p:sp>
    </p:spTree>
    <p:extLst>
      <p:ext uri="{BB962C8B-B14F-4D97-AF65-F5344CB8AC3E}">
        <p14:creationId xmlns:p14="http://schemas.microsoft.com/office/powerpoint/2010/main" val="4087574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40942AF-DB3C-8C43-A94F-836EE344CC3E}" type="slidenum">
              <a:rPr lang="en-US" altLang="en-US" smtClean="0"/>
              <a:pPr>
                <a:defRPr/>
              </a:pPr>
              <a:t>63</a:t>
            </a:fld>
            <a:endParaRPr lang="en-US" altLang="en-US"/>
          </a:p>
        </p:txBody>
      </p:sp>
    </p:spTree>
    <p:extLst>
      <p:ext uri="{BB962C8B-B14F-4D97-AF65-F5344CB8AC3E}">
        <p14:creationId xmlns:p14="http://schemas.microsoft.com/office/powerpoint/2010/main" val="1215316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40942AF-DB3C-8C43-A94F-836EE344CC3E}" type="slidenum">
              <a:rPr lang="en-US" altLang="en-US" smtClean="0"/>
              <a:pPr>
                <a:defRPr/>
              </a:pPr>
              <a:t>64</a:t>
            </a:fld>
            <a:endParaRPr lang="en-US" altLang="en-US"/>
          </a:p>
        </p:txBody>
      </p:sp>
    </p:spTree>
    <p:extLst>
      <p:ext uri="{BB962C8B-B14F-4D97-AF65-F5344CB8AC3E}">
        <p14:creationId xmlns:p14="http://schemas.microsoft.com/office/powerpoint/2010/main" val="40324426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640942AF-DB3C-8C43-A94F-836EE344CC3E}" type="slidenum">
              <a:rPr lang="en-US" altLang="en-US" smtClean="0"/>
              <a:pPr>
                <a:defRPr/>
              </a:pPr>
              <a:t>66</a:t>
            </a:fld>
            <a:endParaRPr lang="en-US" altLang="en-US"/>
          </a:p>
        </p:txBody>
      </p:sp>
    </p:spTree>
    <p:extLst>
      <p:ext uri="{BB962C8B-B14F-4D97-AF65-F5344CB8AC3E}">
        <p14:creationId xmlns:p14="http://schemas.microsoft.com/office/powerpoint/2010/main" val="2507932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0">
            <a:extLst>
              <a:ext uri="{FF2B5EF4-FFF2-40B4-BE49-F238E27FC236}">
                <a16:creationId xmlns:a16="http://schemas.microsoft.com/office/drawing/2014/main" id="{EC3F1606-8EB5-2D43-9F67-27DD18CDC245}"/>
              </a:ext>
            </a:extLst>
          </p:cNvPr>
          <p:cNvGrpSpPr>
            <a:grpSpLocks/>
          </p:cNvGrpSpPr>
          <p:nvPr/>
        </p:nvGrpSpPr>
        <p:grpSpPr bwMode="auto">
          <a:xfrm>
            <a:off x="-1035050" y="1552575"/>
            <a:ext cx="10179050" cy="5305425"/>
            <a:chOff x="-652" y="978"/>
            <a:chExt cx="6412" cy="3342"/>
          </a:xfrm>
        </p:grpSpPr>
        <p:sp>
          <p:nvSpPr>
            <p:cNvPr id="5" name="Freeform 3">
              <a:extLst>
                <a:ext uri="{FF2B5EF4-FFF2-40B4-BE49-F238E27FC236}">
                  <a16:creationId xmlns:a16="http://schemas.microsoft.com/office/drawing/2014/main" id="{E1B6EB03-69B4-F349-8683-84A634733A01}"/>
                </a:ext>
              </a:extLst>
            </p:cNvPr>
            <p:cNvSpPr>
              <a:spLocks/>
            </p:cNvSpPr>
            <p:nvPr/>
          </p:nvSpPr>
          <p:spPr bwMode="auto">
            <a:xfrm>
              <a:off x="2061" y="1707"/>
              <a:ext cx="3699" cy="2613"/>
            </a:xfrm>
            <a:custGeom>
              <a:avLst/>
              <a:gdLst>
                <a:gd name="T0" fmla="*/ 1523 w 3699"/>
                <a:gd name="T1" fmla="*/ 2611 h 2613"/>
                <a:gd name="T2" fmla="*/ 3698 w 3699"/>
                <a:gd name="T3" fmla="*/ 2612 h 2613"/>
                <a:gd name="T4" fmla="*/ 3698 w 3699"/>
                <a:gd name="T5" fmla="*/ 2228 h 2613"/>
                <a:gd name="T6" fmla="*/ 0 w 3699"/>
                <a:gd name="T7" fmla="*/ 0 h 2613"/>
                <a:gd name="T8" fmla="*/ 160 w 3699"/>
                <a:gd name="T9" fmla="*/ 118 h 2613"/>
                <a:gd name="T10" fmla="*/ 292 w 3699"/>
                <a:gd name="T11" fmla="*/ 219 h 2613"/>
                <a:gd name="T12" fmla="*/ 441 w 3699"/>
                <a:gd name="T13" fmla="*/ 347 h 2613"/>
                <a:gd name="T14" fmla="*/ 585 w 3699"/>
                <a:gd name="T15" fmla="*/ 482 h 2613"/>
                <a:gd name="T16" fmla="*/ 796 w 3699"/>
                <a:gd name="T17" fmla="*/ 711 h 2613"/>
                <a:gd name="T18" fmla="*/ 983 w 3699"/>
                <a:gd name="T19" fmla="*/ 955 h 2613"/>
                <a:gd name="T20" fmla="*/ 1119 w 3699"/>
                <a:gd name="T21" fmla="*/ 1168 h 2613"/>
                <a:gd name="T22" fmla="*/ 1238 w 3699"/>
                <a:gd name="T23" fmla="*/ 1388 h 2613"/>
                <a:gd name="T24" fmla="*/ 1331 w 3699"/>
                <a:gd name="T25" fmla="*/ 1608 h 2613"/>
                <a:gd name="T26" fmla="*/ 1400 w 3699"/>
                <a:gd name="T27" fmla="*/ 1809 h 2613"/>
                <a:gd name="T28" fmla="*/ 1447 w 3699"/>
                <a:gd name="T29" fmla="*/ 1979 h 2613"/>
                <a:gd name="T30" fmla="*/ 1490 w 3699"/>
                <a:gd name="T31" fmla="*/ 2190 h 2613"/>
                <a:gd name="T32" fmla="*/ 1511 w 3699"/>
                <a:gd name="T33" fmla="*/ 2374 h 2613"/>
                <a:gd name="T34" fmla="*/ 1523 w 3699"/>
                <a:gd name="T35" fmla="*/ 2611 h 2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699" h="2613">
                  <a:moveTo>
                    <a:pt x="1523" y="2611"/>
                  </a:moveTo>
                  <a:lnTo>
                    <a:pt x="3698" y="2612"/>
                  </a:lnTo>
                  <a:lnTo>
                    <a:pt x="3698" y="2228"/>
                  </a:lnTo>
                  <a:lnTo>
                    <a:pt x="0" y="0"/>
                  </a:lnTo>
                  <a:lnTo>
                    <a:pt x="160" y="118"/>
                  </a:lnTo>
                  <a:lnTo>
                    <a:pt x="292" y="219"/>
                  </a:lnTo>
                  <a:lnTo>
                    <a:pt x="441" y="347"/>
                  </a:lnTo>
                  <a:lnTo>
                    <a:pt x="585" y="482"/>
                  </a:lnTo>
                  <a:lnTo>
                    <a:pt x="796" y="711"/>
                  </a:lnTo>
                  <a:lnTo>
                    <a:pt x="983" y="955"/>
                  </a:lnTo>
                  <a:lnTo>
                    <a:pt x="1119" y="1168"/>
                  </a:lnTo>
                  <a:lnTo>
                    <a:pt x="1238" y="1388"/>
                  </a:lnTo>
                  <a:lnTo>
                    <a:pt x="1331" y="1608"/>
                  </a:lnTo>
                  <a:lnTo>
                    <a:pt x="1400" y="1809"/>
                  </a:lnTo>
                  <a:lnTo>
                    <a:pt x="1447" y="1979"/>
                  </a:lnTo>
                  <a:lnTo>
                    <a:pt x="1490" y="2190"/>
                  </a:lnTo>
                  <a:lnTo>
                    <a:pt x="1511" y="2374"/>
                  </a:lnTo>
                  <a:lnTo>
                    <a:pt x="1523" y="2611"/>
                  </a:lnTo>
                </a:path>
              </a:pathLst>
            </a:custGeom>
            <a:gradFill rotWithShape="0">
              <a:gsLst>
                <a:gs pos="0">
                  <a:schemeClr val="accent2">
                    <a:gamma/>
                    <a:shade val="46275"/>
                    <a:invGamma/>
                  </a:schemeClr>
                </a:gs>
                <a:gs pos="100000">
                  <a:schemeClr val="accent2"/>
                </a:gs>
              </a:gsLst>
              <a:lin ang="0" scaled="1"/>
            </a:gradFill>
            <a:ln>
              <a:noFill/>
            </a:ln>
            <a:effectLst/>
          </p:spPr>
          <p:txBody>
            <a:bodyPr/>
            <a:lstStyle/>
            <a:p>
              <a:pPr eaLnBrk="1" hangingPunct="1">
                <a:defRPr/>
              </a:pPr>
              <a:endParaRPr lang="en-US">
                <a:latin typeface="Arial" charset="0"/>
              </a:endParaRPr>
            </a:p>
          </p:txBody>
        </p:sp>
        <p:sp>
          <p:nvSpPr>
            <p:cNvPr id="6" name="Arc 4">
              <a:extLst>
                <a:ext uri="{FF2B5EF4-FFF2-40B4-BE49-F238E27FC236}">
                  <a16:creationId xmlns:a16="http://schemas.microsoft.com/office/drawing/2014/main" id="{23407524-E747-7D43-90E3-BDB937D013A4}"/>
                </a:ext>
              </a:extLst>
            </p:cNvPr>
            <p:cNvSpPr>
              <a:spLocks/>
            </p:cNvSpPr>
            <p:nvPr/>
          </p:nvSpPr>
          <p:spPr bwMode="auto">
            <a:xfrm>
              <a:off x="-652" y="978"/>
              <a:ext cx="4237" cy="3342"/>
            </a:xfrm>
            <a:custGeom>
              <a:avLst/>
              <a:gdLst>
                <a:gd name="T0" fmla="*/ 153 w 21600"/>
                <a:gd name="T1" fmla="*/ 0 h 21231"/>
                <a:gd name="T2" fmla="*/ 831 w 21600"/>
                <a:gd name="T3" fmla="*/ 526 h 21231"/>
                <a:gd name="T4" fmla="*/ 0 w 21600"/>
                <a:gd name="T5" fmla="*/ 526 h 21231"/>
                <a:gd name="T6" fmla="*/ 0 60000 65536"/>
                <a:gd name="T7" fmla="*/ 0 60000 65536"/>
                <a:gd name="T8" fmla="*/ 0 60000 65536"/>
              </a:gdLst>
              <a:ahLst/>
              <a:cxnLst>
                <a:cxn ang="T6">
                  <a:pos x="T0" y="T1"/>
                </a:cxn>
                <a:cxn ang="T7">
                  <a:pos x="T2" y="T3"/>
                </a:cxn>
                <a:cxn ang="T8">
                  <a:pos x="T4" y="T5"/>
                </a:cxn>
              </a:cxnLst>
              <a:rect l="0" t="0" r="r" b="b"/>
              <a:pathLst>
                <a:path w="21600" h="21231" fill="none" extrusionOk="0">
                  <a:moveTo>
                    <a:pt x="3976" y="0"/>
                  </a:moveTo>
                  <a:cubicBezTo>
                    <a:pt x="14194" y="1914"/>
                    <a:pt x="21600" y="10835"/>
                    <a:pt x="21600" y="21231"/>
                  </a:cubicBezTo>
                </a:path>
                <a:path w="21600" h="21231" stroke="0" extrusionOk="0">
                  <a:moveTo>
                    <a:pt x="3976" y="0"/>
                  </a:moveTo>
                  <a:cubicBezTo>
                    <a:pt x="14194" y="1914"/>
                    <a:pt x="21600" y="10835"/>
                    <a:pt x="21600" y="21231"/>
                  </a:cubicBezTo>
                  <a:lnTo>
                    <a:pt x="0" y="21231"/>
                  </a:lnTo>
                  <a:lnTo>
                    <a:pt x="3976" y="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077" name="Rectangle 5"/>
          <p:cNvSpPr>
            <a:spLocks noGrp="1" noChangeArrowheads="1"/>
          </p:cNvSpPr>
          <p:nvPr>
            <p:ph type="ctrTitle" sz="quarter"/>
          </p:nvPr>
        </p:nvSpPr>
        <p:spPr>
          <a:xfrm>
            <a:off x="1293813" y="762000"/>
            <a:ext cx="7772400" cy="1143000"/>
          </a:xfrm>
        </p:spPr>
        <p:txBody>
          <a:bodyPr anchor="b"/>
          <a:lstStyle>
            <a:lvl1pPr>
              <a:defRPr/>
            </a:lvl1pPr>
          </a:lstStyle>
          <a:p>
            <a:pPr lvl="0"/>
            <a:r>
              <a:rPr lang="en-US" noProof="0"/>
              <a:t>Click to edit Master title style</a:t>
            </a:r>
          </a:p>
        </p:txBody>
      </p:sp>
      <p:sp>
        <p:nvSpPr>
          <p:cNvPr id="3078" name="Rectangle 6"/>
          <p:cNvSpPr>
            <a:spLocks noGrp="1" noChangeArrowheads="1"/>
          </p:cNvSpPr>
          <p:nvPr>
            <p:ph type="subTitle" sz="quarter" idx="1"/>
          </p:nvPr>
        </p:nvSpPr>
        <p:spPr>
          <a:xfrm>
            <a:off x="685800" y="3429000"/>
            <a:ext cx="6400800" cy="1752600"/>
          </a:xfrm>
        </p:spPr>
        <p:txBody>
          <a:bodyPr lIns="92075" tIns="46038" rIns="92075" bIns="46038" anchor="ctr"/>
          <a:lstStyle>
            <a:lvl1pPr marL="0" indent="0" algn="ctr">
              <a:buFontTx/>
              <a:buNone/>
              <a:defRPr/>
            </a:lvl1pPr>
          </a:lstStyle>
          <a:p>
            <a:pPr lvl="0"/>
            <a:endParaRPr lang="en-US" noProof="0"/>
          </a:p>
        </p:txBody>
      </p:sp>
    </p:spTree>
    <p:extLst>
      <p:ext uri="{BB962C8B-B14F-4D97-AF65-F5344CB8AC3E}">
        <p14:creationId xmlns:p14="http://schemas.microsoft.com/office/powerpoint/2010/main" val="402311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44F1D9FC-F1F1-DE4B-B136-90AE3799DD42}"/>
              </a:ext>
            </a:extLst>
          </p:cNvPr>
          <p:cNvSpPr>
            <a:spLocks noGrp="1" noChangeArrowheads="1"/>
          </p:cNvSpPr>
          <p:nvPr>
            <p:ph type="ftr" sz="quarter" idx="10"/>
          </p:nvPr>
        </p:nvSpPr>
        <p:spPr>
          <a:ln/>
        </p:spPr>
        <p:txBody>
          <a:bodyPr/>
          <a:lstStyle>
            <a:lvl1pPr>
              <a:defRPr/>
            </a:lvl1pPr>
          </a:lstStyle>
          <a:p>
            <a:pPr>
              <a:defRPr/>
            </a:pPr>
            <a:r>
              <a:rPr lang="en-US"/>
              <a:t>Irvine, Kip R. Assembly Language for x86 Processors 6/e, 2010.</a:t>
            </a:r>
          </a:p>
        </p:txBody>
      </p:sp>
      <p:sp>
        <p:nvSpPr>
          <p:cNvPr id="5" name="Rectangle 9">
            <a:extLst>
              <a:ext uri="{FF2B5EF4-FFF2-40B4-BE49-F238E27FC236}">
                <a16:creationId xmlns:a16="http://schemas.microsoft.com/office/drawing/2014/main" id="{D7C34553-C4CA-B642-8535-4712C3FBBD9B}"/>
              </a:ext>
            </a:extLst>
          </p:cNvPr>
          <p:cNvSpPr>
            <a:spLocks noGrp="1" noChangeArrowheads="1"/>
          </p:cNvSpPr>
          <p:nvPr>
            <p:ph type="sldNum" sz="quarter" idx="11"/>
          </p:nvPr>
        </p:nvSpPr>
        <p:spPr>
          <a:ln/>
        </p:spPr>
        <p:txBody>
          <a:bodyPr/>
          <a:lstStyle>
            <a:lvl1pPr>
              <a:defRPr/>
            </a:lvl1pPr>
          </a:lstStyle>
          <a:p>
            <a:pPr>
              <a:defRPr/>
            </a:pPr>
            <a:fld id="{4B7ED005-1545-1044-84E3-C8814C4CBFD7}" type="slidenum">
              <a:rPr lang="en-US" altLang="en-US"/>
              <a:pPr>
                <a:defRPr/>
              </a:pPr>
              <a:t>‹#›</a:t>
            </a:fld>
            <a:endParaRPr lang="en-US" altLang="en-US"/>
          </a:p>
        </p:txBody>
      </p:sp>
    </p:spTree>
    <p:extLst>
      <p:ext uri="{BB962C8B-B14F-4D97-AF65-F5344CB8AC3E}">
        <p14:creationId xmlns:p14="http://schemas.microsoft.com/office/powerpoint/2010/main" val="3591914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7A63F1E8-70BA-7D45-98F9-B62ACC61C34B}"/>
              </a:ext>
            </a:extLst>
          </p:cNvPr>
          <p:cNvSpPr>
            <a:spLocks noGrp="1" noChangeArrowheads="1"/>
          </p:cNvSpPr>
          <p:nvPr>
            <p:ph type="ftr" sz="quarter" idx="10"/>
          </p:nvPr>
        </p:nvSpPr>
        <p:spPr>
          <a:ln/>
        </p:spPr>
        <p:txBody>
          <a:bodyPr/>
          <a:lstStyle>
            <a:lvl1pPr>
              <a:defRPr/>
            </a:lvl1pPr>
          </a:lstStyle>
          <a:p>
            <a:pPr>
              <a:defRPr/>
            </a:pPr>
            <a:r>
              <a:rPr lang="en-US"/>
              <a:t>Irvine, Kip R. Assembly Language for x86 Processors 6/e, 2010.</a:t>
            </a:r>
          </a:p>
        </p:txBody>
      </p:sp>
      <p:sp>
        <p:nvSpPr>
          <p:cNvPr id="5" name="Rectangle 9">
            <a:extLst>
              <a:ext uri="{FF2B5EF4-FFF2-40B4-BE49-F238E27FC236}">
                <a16:creationId xmlns:a16="http://schemas.microsoft.com/office/drawing/2014/main" id="{0F79D460-B9B2-9845-AEBF-219AC2612C66}"/>
              </a:ext>
            </a:extLst>
          </p:cNvPr>
          <p:cNvSpPr>
            <a:spLocks noGrp="1" noChangeArrowheads="1"/>
          </p:cNvSpPr>
          <p:nvPr>
            <p:ph type="sldNum" sz="quarter" idx="11"/>
          </p:nvPr>
        </p:nvSpPr>
        <p:spPr>
          <a:ln/>
        </p:spPr>
        <p:txBody>
          <a:bodyPr/>
          <a:lstStyle>
            <a:lvl1pPr>
              <a:defRPr/>
            </a:lvl1pPr>
          </a:lstStyle>
          <a:p>
            <a:pPr>
              <a:defRPr/>
            </a:pPr>
            <a:fld id="{364549B0-9977-AB4D-9F0D-018DCA8B9217}" type="slidenum">
              <a:rPr lang="en-US" altLang="en-US"/>
              <a:pPr>
                <a:defRPr/>
              </a:pPr>
              <a:t>‹#›</a:t>
            </a:fld>
            <a:endParaRPr lang="en-US" altLang="en-US"/>
          </a:p>
        </p:txBody>
      </p:sp>
    </p:spTree>
    <p:extLst>
      <p:ext uri="{BB962C8B-B14F-4D97-AF65-F5344CB8AC3E}">
        <p14:creationId xmlns:p14="http://schemas.microsoft.com/office/powerpoint/2010/main" val="281887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1430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43000"/>
            <a:ext cx="38100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74CAEF4D-44DB-A646-A1C4-8D827F5E3901}"/>
              </a:ext>
            </a:extLst>
          </p:cNvPr>
          <p:cNvSpPr>
            <a:spLocks noGrp="1" noChangeArrowheads="1"/>
          </p:cNvSpPr>
          <p:nvPr>
            <p:ph type="ftr" sz="quarter" idx="10"/>
          </p:nvPr>
        </p:nvSpPr>
        <p:spPr>
          <a:ln/>
        </p:spPr>
        <p:txBody>
          <a:bodyPr/>
          <a:lstStyle>
            <a:lvl1pPr>
              <a:defRPr/>
            </a:lvl1pPr>
          </a:lstStyle>
          <a:p>
            <a:pPr>
              <a:defRPr/>
            </a:pPr>
            <a:r>
              <a:rPr lang="en-US"/>
              <a:t>Irvine, Kip R. Assembly Language for x86 Processors 6/e, 2010.</a:t>
            </a:r>
          </a:p>
        </p:txBody>
      </p:sp>
      <p:sp>
        <p:nvSpPr>
          <p:cNvPr id="6" name="Rectangle 9">
            <a:extLst>
              <a:ext uri="{FF2B5EF4-FFF2-40B4-BE49-F238E27FC236}">
                <a16:creationId xmlns:a16="http://schemas.microsoft.com/office/drawing/2014/main" id="{179C6EEE-1248-5A4B-9F36-2074BFD20979}"/>
              </a:ext>
            </a:extLst>
          </p:cNvPr>
          <p:cNvSpPr>
            <a:spLocks noGrp="1" noChangeArrowheads="1"/>
          </p:cNvSpPr>
          <p:nvPr>
            <p:ph type="sldNum" sz="quarter" idx="11"/>
          </p:nvPr>
        </p:nvSpPr>
        <p:spPr>
          <a:ln/>
        </p:spPr>
        <p:txBody>
          <a:bodyPr/>
          <a:lstStyle>
            <a:lvl1pPr>
              <a:defRPr/>
            </a:lvl1pPr>
          </a:lstStyle>
          <a:p>
            <a:pPr>
              <a:defRPr/>
            </a:pPr>
            <a:fld id="{ECEF86CD-D7A7-DF49-80DF-45745409BAB0}" type="slidenum">
              <a:rPr lang="en-US" altLang="en-US"/>
              <a:pPr>
                <a:defRPr/>
              </a:pPr>
              <a:t>‹#›</a:t>
            </a:fld>
            <a:endParaRPr lang="en-US" altLang="en-US"/>
          </a:p>
        </p:txBody>
      </p:sp>
    </p:spTree>
    <p:extLst>
      <p:ext uri="{BB962C8B-B14F-4D97-AF65-F5344CB8AC3E}">
        <p14:creationId xmlns:p14="http://schemas.microsoft.com/office/powerpoint/2010/main" val="4028411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a:extLst>
              <a:ext uri="{FF2B5EF4-FFF2-40B4-BE49-F238E27FC236}">
                <a16:creationId xmlns:a16="http://schemas.microsoft.com/office/drawing/2014/main" id="{DFF178CC-AD0C-104E-9B6D-981931A4D363}"/>
              </a:ext>
            </a:extLst>
          </p:cNvPr>
          <p:cNvSpPr>
            <a:spLocks noGrp="1" noChangeArrowheads="1"/>
          </p:cNvSpPr>
          <p:nvPr>
            <p:ph type="ftr" sz="quarter" idx="10"/>
          </p:nvPr>
        </p:nvSpPr>
        <p:spPr>
          <a:ln/>
        </p:spPr>
        <p:txBody>
          <a:bodyPr/>
          <a:lstStyle>
            <a:lvl1pPr>
              <a:defRPr/>
            </a:lvl1pPr>
          </a:lstStyle>
          <a:p>
            <a:pPr>
              <a:defRPr/>
            </a:pPr>
            <a:r>
              <a:rPr lang="en-US"/>
              <a:t>Irvine, Kip R. Assembly Language for x86 Processors 6/e, 2010.</a:t>
            </a:r>
          </a:p>
        </p:txBody>
      </p:sp>
      <p:sp>
        <p:nvSpPr>
          <p:cNvPr id="8" name="Rectangle 9">
            <a:extLst>
              <a:ext uri="{FF2B5EF4-FFF2-40B4-BE49-F238E27FC236}">
                <a16:creationId xmlns:a16="http://schemas.microsoft.com/office/drawing/2014/main" id="{02747BA8-5EDD-594F-9F42-C4D29AD49FA6}"/>
              </a:ext>
            </a:extLst>
          </p:cNvPr>
          <p:cNvSpPr>
            <a:spLocks noGrp="1" noChangeArrowheads="1"/>
          </p:cNvSpPr>
          <p:nvPr>
            <p:ph type="sldNum" sz="quarter" idx="11"/>
          </p:nvPr>
        </p:nvSpPr>
        <p:spPr>
          <a:ln/>
        </p:spPr>
        <p:txBody>
          <a:bodyPr/>
          <a:lstStyle>
            <a:lvl1pPr>
              <a:defRPr/>
            </a:lvl1pPr>
          </a:lstStyle>
          <a:p>
            <a:pPr>
              <a:defRPr/>
            </a:pPr>
            <a:fld id="{7AB8598C-5840-4643-9DDC-F3D0BF3FEA05}" type="slidenum">
              <a:rPr lang="en-US" altLang="en-US"/>
              <a:pPr>
                <a:defRPr/>
              </a:pPr>
              <a:t>‹#›</a:t>
            </a:fld>
            <a:endParaRPr lang="en-US" altLang="en-US"/>
          </a:p>
        </p:txBody>
      </p:sp>
    </p:spTree>
    <p:extLst>
      <p:ext uri="{BB962C8B-B14F-4D97-AF65-F5344CB8AC3E}">
        <p14:creationId xmlns:p14="http://schemas.microsoft.com/office/powerpoint/2010/main" val="306939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a:extLst>
              <a:ext uri="{FF2B5EF4-FFF2-40B4-BE49-F238E27FC236}">
                <a16:creationId xmlns:a16="http://schemas.microsoft.com/office/drawing/2014/main" id="{1ECF0A37-70B7-AB41-B10B-0C023DA2DCF6}"/>
              </a:ext>
            </a:extLst>
          </p:cNvPr>
          <p:cNvSpPr>
            <a:spLocks noGrp="1" noChangeArrowheads="1"/>
          </p:cNvSpPr>
          <p:nvPr>
            <p:ph type="ftr" sz="quarter" idx="10"/>
          </p:nvPr>
        </p:nvSpPr>
        <p:spPr>
          <a:ln/>
        </p:spPr>
        <p:txBody>
          <a:bodyPr/>
          <a:lstStyle>
            <a:lvl1pPr>
              <a:defRPr/>
            </a:lvl1pPr>
          </a:lstStyle>
          <a:p>
            <a:pPr>
              <a:defRPr/>
            </a:pPr>
            <a:r>
              <a:rPr lang="en-US"/>
              <a:t>Irvine, Kip R. Assembly Language for x86 Processors 6/e, 2010.</a:t>
            </a:r>
          </a:p>
        </p:txBody>
      </p:sp>
      <p:sp>
        <p:nvSpPr>
          <p:cNvPr id="4" name="Rectangle 9">
            <a:extLst>
              <a:ext uri="{FF2B5EF4-FFF2-40B4-BE49-F238E27FC236}">
                <a16:creationId xmlns:a16="http://schemas.microsoft.com/office/drawing/2014/main" id="{6FAF4485-51A6-274E-9043-8BF0CB2E3388}"/>
              </a:ext>
            </a:extLst>
          </p:cNvPr>
          <p:cNvSpPr>
            <a:spLocks noGrp="1" noChangeArrowheads="1"/>
          </p:cNvSpPr>
          <p:nvPr>
            <p:ph type="sldNum" sz="quarter" idx="11"/>
          </p:nvPr>
        </p:nvSpPr>
        <p:spPr>
          <a:ln/>
        </p:spPr>
        <p:txBody>
          <a:bodyPr/>
          <a:lstStyle>
            <a:lvl1pPr>
              <a:defRPr/>
            </a:lvl1pPr>
          </a:lstStyle>
          <a:p>
            <a:pPr>
              <a:defRPr/>
            </a:pPr>
            <a:fld id="{1CAE585C-2C52-8843-87A1-F0B59ACF7063}" type="slidenum">
              <a:rPr lang="en-US" altLang="en-US"/>
              <a:pPr>
                <a:defRPr/>
              </a:pPr>
              <a:t>‹#›</a:t>
            </a:fld>
            <a:endParaRPr lang="en-US" altLang="en-US"/>
          </a:p>
        </p:txBody>
      </p:sp>
    </p:spTree>
    <p:extLst>
      <p:ext uri="{BB962C8B-B14F-4D97-AF65-F5344CB8AC3E}">
        <p14:creationId xmlns:p14="http://schemas.microsoft.com/office/powerpoint/2010/main" val="423918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F05A4B5A-B5D0-2B40-948D-EDAB69749CB4}"/>
              </a:ext>
            </a:extLst>
          </p:cNvPr>
          <p:cNvSpPr>
            <a:spLocks noGrp="1" noChangeArrowheads="1"/>
          </p:cNvSpPr>
          <p:nvPr>
            <p:ph type="ftr" sz="quarter" idx="10"/>
          </p:nvPr>
        </p:nvSpPr>
        <p:spPr>
          <a:ln/>
        </p:spPr>
        <p:txBody>
          <a:bodyPr/>
          <a:lstStyle>
            <a:lvl1pPr>
              <a:defRPr/>
            </a:lvl1pPr>
          </a:lstStyle>
          <a:p>
            <a:pPr>
              <a:defRPr/>
            </a:pPr>
            <a:r>
              <a:rPr lang="en-US"/>
              <a:t>Irvine, Kip R. Assembly Language for x86 Processors 6/e, 2010.</a:t>
            </a:r>
          </a:p>
        </p:txBody>
      </p:sp>
      <p:sp>
        <p:nvSpPr>
          <p:cNvPr id="3" name="Rectangle 9">
            <a:extLst>
              <a:ext uri="{FF2B5EF4-FFF2-40B4-BE49-F238E27FC236}">
                <a16:creationId xmlns:a16="http://schemas.microsoft.com/office/drawing/2014/main" id="{81677CF5-41F9-E347-956F-2C61FCD756EE}"/>
              </a:ext>
            </a:extLst>
          </p:cNvPr>
          <p:cNvSpPr>
            <a:spLocks noGrp="1" noChangeArrowheads="1"/>
          </p:cNvSpPr>
          <p:nvPr>
            <p:ph type="sldNum" sz="quarter" idx="11"/>
          </p:nvPr>
        </p:nvSpPr>
        <p:spPr>
          <a:ln/>
        </p:spPr>
        <p:txBody>
          <a:bodyPr/>
          <a:lstStyle>
            <a:lvl1pPr>
              <a:defRPr/>
            </a:lvl1pPr>
          </a:lstStyle>
          <a:p>
            <a:pPr>
              <a:defRPr/>
            </a:pPr>
            <a:fld id="{C1C1C345-CA0A-2745-ADD0-0936D6488CD8}" type="slidenum">
              <a:rPr lang="en-US" altLang="en-US"/>
              <a:pPr>
                <a:defRPr/>
              </a:pPr>
              <a:t>‹#›</a:t>
            </a:fld>
            <a:endParaRPr lang="en-US" altLang="en-US"/>
          </a:p>
        </p:txBody>
      </p:sp>
    </p:spTree>
    <p:extLst>
      <p:ext uri="{BB962C8B-B14F-4D97-AF65-F5344CB8AC3E}">
        <p14:creationId xmlns:p14="http://schemas.microsoft.com/office/powerpoint/2010/main" val="1612983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11FC6796-F3E9-334B-BA90-A41871153267}"/>
              </a:ext>
            </a:extLst>
          </p:cNvPr>
          <p:cNvSpPr>
            <a:spLocks noGrp="1" noChangeArrowheads="1"/>
          </p:cNvSpPr>
          <p:nvPr>
            <p:ph type="ftr" sz="quarter" idx="10"/>
          </p:nvPr>
        </p:nvSpPr>
        <p:spPr>
          <a:ln/>
        </p:spPr>
        <p:txBody>
          <a:bodyPr/>
          <a:lstStyle>
            <a:lvl1pPr>
              <a:defRPr/>
            </a:lvl1pPr>
          </a:lstStyle>
          <a:p>
            <a:pPr>
              <a:defRPr/>
            </a:pPr>
            <a:r>
              <a:rPr lang="en-US"/>
              <a:t>Irvine, Kip R. Assembly Language for x86 Processors 6/e, 2010.</a:t>
            </a:r>
          </a:p>
        </p:txBody>
      </p:sp>
      <p:sp>
        <p:nvSpPr>
          <p:cNvPr id="6" name="Rectangle 9">
            <a:extLst>
              <a:ext uri="{FF2B5EF4-FFF2-40B4-BE49-F238E27FC236}">
                <a16:creationId xmlns:a16="http://schemas.microsoft.com/office/drawing/2014/main" id="{B73C8A2E-CF48-E144-9268-44F911D6DEED}"/>
              </a:ext>
            </a:extLst>
          </p:cNvPr>
          <p:cNvSpPr>
            <a:spLocks noGrp="1" noChangeArrowheads="1"/>
          </p:cNvSpPr>
          <p:nvPr>
            <p:ph type="sldNum" sz="quarter" idx="11"/>
          </p:nvPr>
        </p:nvSpPr>
        <p:spPr>
          <a:ln/>
        </p:spPr>
        <p:txBody>
          <a:bodyPr/>
          <a:lstStyle>
            <a:lvl1pPr>
              <a:defRPr/>
            </a:lvl1pPr>
          </a:lstStyle>
          <a:p>
            <a:pPr>
              <a:defRPr/>
            </a:pPr>
            <a:fld id="{900AB3E3-6662-F04E-8848-DCD2B60E2E7D}" type="slidenum">
              <a:rPr lang="en-US" altLang="en-US"/>
              <a:pPr>
                <a:defRPr/>
              </a:pPr>
              <a:t>‹#›</a:t>
            </a:fld>
            <a:endParaRPr lang="en-US" altLang="en-US"/>
          </a:p>
        </p:txBody>
      </p:sp>
    </p:spTree>
    <p:extLst>
      <p:ext uri="{BB962C8B-B14F-4D97-AF65-F5344CB8AC3E}">
        <p14:creationId xmlns:p14="http://schemas.microsoft.com/office/powerpoint/2010/main" val="25592497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5DF87CBB-961C-824C-9394-6F7C0354BAD6}"/>
              </a:ext>
            </a:extLst>
          </p:cNvPr>
          <p:cNvSpPr>
            <a:spLocks noGrp="1" noChangeArrowheads="1"/>
          </p:cNvSpPr>
          <p:nvPr>
            <p:ph type="ftr" sz="quarter" idx="10"/>
          </p:nvPr>
        </p:nvSpPr>
        <p:spPr>
          <a:ln/>
        </p:spPr>
        <p:txBody>
          <a:bodyPr/>
          <a:lstStyle>
            <a:lvl1pPr>
              <a:defRPr/>
            </a:lvl1pPr>
          </a:lstStyle>
          <a:p>
            <a:pPr>
              <a:defRPr/>
            </a:pPr>
            <a:r>
              <a:rPr lang="en-US"/>
              <a:t>Irvine, Kip R. Assembly Language for x86 Processors 6/e, 2010.</a:t>
            </a:r>
          </a:p>
        </p:txBody>
      </p:sp>
      <p:sp>
        <p:nvSpPr>
          <p:cNvPr id="6" name="Rectangle 9">
            <a:extLst>
              <a:ext uri="{FF2B5EF4-FFF2-40B4-BE49-F238E27FC236}">
                <a16:creationId xmlns:a16="http://schemas.microsoft.com/office/drawing/2014/main" id="{95168669-E4BC-1740-B66A-B1B6088A1F99}"/>
              </a:ext>
            </a:extLst>
          </p:cNvPr>
          <p:cNvSpPr>
            <a:spLocks noGrp="1" noChangeArrowheads="1"/>
          </p:cNvSpPr>
          <p:nvPr>
            <p:ph type="sldNum" sz="quarter" idx="11"/>
          </p:nvPr>
        </p:nvSpPr>
        <p:spPr>
          <a:ln/>
        </p:spPr>
        <p:txBody>
          <a:bodyPr/>
          <a:lstStyle>
            <a:lvl1pPr>
              <a:defRPr/>
            </a:lvl1pPr>
          </a:lstStyle>
          <a:p>
            <a:pPr>
              <a:defRPr/>
            </a:pPr>
            <a:fld id="{B7BBDF52-0D2D-BA4D-AC3C-A0BCDE406057}" type="slidenum">
              <a:rPr lang="en-US" altLang="en-US"/>
              <a:pPr>
                <a:defRPr/>
              </a:pPr>
              <a:t>‹#›</a:t>
            </a:fld>
            <a:endParaRPr lang="en-US" altLang="en-US"/>
          </a:p>
        </p:txBody>
      </p:sp>
    </p:spTree>
    <p:extLst>
      <p:ext uri="{BB962C8B-B14F-4D97-AF65-F5344CB8AC3E}">
        <p14:creationId xmlns:p14="http://schemas.microsoft.com/office/powerpoint/2010/main" val="2364851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C3CF546D-C1B1-7542-AEC0-027AE068F34F}"/>
              </a:ext>
            </a:extLst>
          </p:cNvPr>
          <p:cNvSpPr>
            <a:spLocks noGrp="1" noChangeArrowheads="1"/>
          </p:cNvSpPr>
          <p:nvPr>
            <p:ph type="ftr" sz="quarter" idx="10"/>
          </p:nvPr>
        </p:nvSpPr>
        <p:spPr>
          <a:ln/>
        </p:spPr>
        <p:txBody>
          <a:bodyPr/>
          <a:lstStyle>
            <a:lvl1pPr>
              <a:defRPr/>
            </a:lvl1pPr>
          </a:lstStyle>
          <a:p>
            <a:pPr>
              <a:defRPr/>
            </a:pPr>
            <a:r>
              <a:rPr lang="en-US"/>
              <a:t>Irvine, Kip R. Assembly Language for x86 Processors 6/e, 2010.</a:t>
            </a:r>
          </a:p>
        </p:txBody>
      </p:sp>
      <p:sp>
        <p:nvSpPr>
          <p:cNvPr id="5" name="Rectangle 9">
            <a:extLst>
              <a:ext uri="{FF2B5EF4-FFF2-40B4-BE49-F238E27FC236}">
                <a16:creationId xmlns:a16="http://schemas.microsoft.com/office/drawing/2014/main" id="{9889D0A0-2DBE-2B40-B020-DAF3793AE6CE}"/>
              </a:ext>
            </a:extLst>
          </p:cNvPr>
          <p:cNvSpPr>
            <a:spLocks noGrp="1" noChangeArrowheads="1"/>
          </p:cNvSpPr>
          <p:nvPr>
            <p:ph type="sldNum" sz="quarter" idx="11"/>
          </p:nvPr>
        </p:nvSpPr>
        <p:spPr>
          <a:ln/>
        </p:spPr>
        <p:txBody>
          <a:bodyPr/>
          <a:lstStyle>
            <a:lvl1pPr>
              <a:defRPr/>
            </a:lvl1pPr>
          </a:lstStyle>
          <a:p>
            <a:pPr>
              <a:defRPr/>
            </a:pPr>
            <a:fld id="{411C3112-F925-A249-B6B4-34196939734F}" type="slidenum">
              <a:rPr lang="en-US" altLang="en-US"/>
              <a:pPr>
                <a:defRPr/>
              </a:pPr>
              <a:t>‹#›</a:t>
            </a:fld>
            <a:endParaRPr lang="en-US" altLang="en-US"/>
          </a:p>
        </p:txBody>
      </p:sp>
    </p:spTree>
    <p:extLst>
      <p:ext uri="{BB962C8B-B14F-4D97-AF65-F5344CB8AC3E}">
        <p14:creationId xmlns:p14="http://schemas.microsoft.com/office/powerpoint/2010/main" val="2043626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28600"/>
            <a:ext cx="1943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28600"/>
            <a:ext cx="5676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F2672D75-07E3-234F-8A4F-531ECC173E16}"/>
              </a:ext>
            </a:extLst>
          </p:cNvPr>
          <p:cNvSpPr>
            <a:spLocks noGrp="1" noChangeArrowheads="1"/>
          </p:cNvSpPr>
          <p:nvPr>
            <p:ph type="ftr" sz="quarter" idx="10"/>
          </p:nvPr>
        </p:nvSpPr>
        <p:spPr>
          <a:ln/>
        </p:spPr>
        <p:txBody>
          <a:bodyPr/>
          <a:lstStyle>
            <a:lvl1pPr>
              <a:defRPr/>
            </a:lvl1pPr>
          </a:lstStyle>
          <a:p>
            <a:pPr>
              <a:defRPr/>
            </a:pPr>
            <a:r>
              <a:rPr lang="en-US"/>
              <a:t>Irvine, Kip R. Assembly Language for x86 Processors 6/e, 2010.</a:t>
            </a:r>
          </a:p>
        </p:txBody>
      </p:sp>
      <p:sp>
        <p:nvSpPr>
          <p:cNvPr id="5" name="Rectangle 9">
            <a:extLst>
              <a:ext uri="{FF2B5EF4-FFF2-40B4-BE49-F238E27FC236}">
                <a16:creationId xmlns:a16="http://schemas.microsoft.com/office/drawing/2014/main" id="{DDFB8585-1529-F647-90C9-2109015814F8}"/>
              </a:ext>
            </a:extLst>
          </p:cNvPr>
          <p:cNvSpPr>
            <a:spLocks noGrp="1" noChangeArrowheads="1"/>
          </p:cNvSpPr>
          <p:nvPr>
            <p:ph type="sldNum" sz="quarter" idx="11"/>
          </p:nvPr>
        </p:nvSpPr>
        <p:spPr>
          <a:ln/>
        </p:spPr>
        <p:txBody>
          <a:bodyPr/>
          <a:lstStyle>
            <a:lvl1pPr>
              <a:defRPr/>
            </a:lvl1pPr>
          </a:lstStyle>
          <a:p>
            <a:pPr>
              <a:defRPr/>
            </a:pPr>
            <a:fld id="{8231A475-29B6-F142-97F2-5B8D6B182C22}" type="slidenum">
              <a:rPr lang="en-US" altLang="en-US"/>
              <a:pPr>
                <a:defRPr/>
              </a:pPr>
              <a:t>‹#›</a:t>
            </a:fld>
            <a:endParaRPr lang="en-US" altLang="en-US"/>
          </a:p>
        </p:txBody>
      </p:sp>
    </p:spTree>
    <p:extLst>
      <p:ext uri="{BB962C8B-B14F-4D97-AF65-F5344CB8AC3E}">
        <p14:creationId xmlns:p14="http://schemas.microsoft.com/office/powerpoint/2010/main" val="85132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0" scaled="1"/>
        </a:gradFill>
        <a:effectLst/>
      </p:bgPr>
    </p:bg>
    <p:spTree>
      <p:nvGrpSpPr>
        <p:cNvPr id="1" name=""/>
        <p:cNvGrpSpPr/>
        <p:nvPr/>
      </p:nvGrpSpPr>
      <p:grpSpPr>
        <a:xfrm>
          <a:off x="0" y="0"/>
          <a:ext cx="0" cy="0"/>
          <a:chOff x="0" y="0"/>
          <a:chExt cx="0" cy="0"/>
        </a:xfrm>
      </p:grpSpPr>
      <p:sp>
        <p:nvSpPr>
          <p:cNvPr id="2053" name="Rectangle 5">
            <a:extLst>
              <a:ext uri="{FF2B5EF4-FFF2-40B4-BE49-F238E27FC236}">
                <a16:creationId xmlns:a16="http://schemas.microsoft.com/office/drawing/2014/main" id="{7E6413CC-3E57-F444-996B-874CE4EBB33F}"/>
              </a:ext>
            </a:extLst>
          </p:cNvPr>
          <p:cNvSpPr>
            <a:spLocks noGrp="1" noChangeArrowheads="1"/>
          </p:cNvSpPr>
          <p:nvPr>
            <p:ph type="title"/>
          </p:nvPr>
        </p:nvSpPr>
        <p:spPr bwMode="auto">
          <a:xfrm>
            <a:off x="685800" y="228600"/>
            <a:ext cx="7772400" cy="609600"/>
          </a:xfrm>
          <a:prstGeom prst="rect">
            <a:avLst/>
          </a:prstGeom>
          <a:noFill/>
          <a:ln>
            <a:noFill/>
          </a:ln>
          <a:effec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2056" name="Rectangle 8">
            <a:extLst>
              <a:ext uri="{FF2B5EF4-FFF2-40B4-BE49-F238E27FC236}">
                <a16:creationId xmlns:a16="http://schemas.microsoft.com/office/drawing/2014/main" id="{224606E0-CDA1-E74A-BB7B-A8FCD1E81A99}"/>
              </a:ext>
            </a:extLst>
          </p:cNvPr>
          <p:cNvSpPr>
            <a:spLocks noGrp="1" noChangeArrowheads="1"/>
          </p:cNvSpPr>
          <p:nvPr>
            <p:ph type="ftr" sz="quarter" idx="3"/>
          </p:nvPr>
        </p:nvSpPr>
        <p:spPr bwMode="auto">
          <a:xfrm>
            <a:off x="381000" y="6340475"/>
            <a:ext cx="4724400" cy="304800"/>
          </a:xfrm>
          <a:prstGeom prst="rect">
            <a:avLst/>
          </a:prstGeom>
          <a:noFill/>
          <a:ln>
            <a:noFill/>
          </a:ln>
          <a:effectLst/>
        </p:spPr>
        <p:txBody>
          <a:bodyPr vert="horz" wrap="square" lIns="92075" tIns="46038" rIns="92075" bIns="46038" numCol="1" anchor="ctr" anchorCtr="0" compatLnSpc="1">
            <a:prstTxWarp prst="textNoShape">
              <a:avLst/>
            </a:prstTxWarp>
          </a:bodyPr>
          <a:lstStyle>
            <a:lvl1pPr eaLnBrk="1" hangingPunct="1">
              <a:defRPr sz="1000">
                <a:latin typeface="Arial" charset="0"/>
              </a:defRPr>
            </a:lvl1pPr>
          </a:lstStyle>
          <a:p>
            <a:pPr>
              <a:defRPr/>
            </a:pPr>
            <a:r>
              <a:rPr lang="en-US"/>
              <a:t>Irvine, Kip R. Assembly Language for x86 Processors 6/e, 2010.</a:t>
            </a:r>
          </a:p>
        </p:txBody>
      </p:sp>
      <p:sp>
        <p:nvSpPr>
          <p:cNvPr id="1028" name="Rectangle 11">
            <a:extLst>
              <a:ext uri="{FF2B5EF4-FFF2-40B4-BE49-F238E27FC236}">
                <a16:creationId xmlns:a16="http://schemas.microsoft.com/office/drawing/2014/main" id="{D3158097-BEBE-9448-99E1-2F0656B1421F}"/>
              </a:ext>
            </a:extLst>
          </p:cNvPr>
          <p:cNvSpPr>
            <a:spLocks noGrp="1" noChangeArrowheads="1"/>
          </p:cNvSpPr>
          <p:nvPr>
            <p:ph type="body" idx="1"/>
          </p:nvPr>
        </p:nvSpPr>
        <p:spPr bwMode="auto">
          <a:xfrm>
            <a:off x="685800" y="1143000"/>
            <a:ext cx="77724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
        <p:nvSpPr>
          <p:cNvPr id="1029" name="Text Box 12">
            <a:extLst>
              <a:ext uri="{FF2B5EF4-FFF2-40B4-BE49-F238E27FC236}">
                <a16:creationId xmlns:a16="http://schemas.microsoft.com/office/drawing/2014/main" id="{0453D5CB-D9B0-2B47-99B2-81E6B8BEE439}"/>
              </a:ext>
            </a:extLst>
          </p:cNvPr>
          <p:cNvSpPr txBox="1">
            <a:spLocks noChangeArrowheads="1"/>
          </p:cNvSpPr>
          <p:nvPr userDrawn="1"/>
        </p:nvSpPr>
        <p:spPr bwMode="auto">
          <a:xfrm>
            <a:off x="685800" y="5867400"/>
            <a:ext cx="2209800" cy="593725"/>
          </a:xfrm>
          <a:prstGeom prst="rect">
            <a:avLst/>
          </a:prstGeom>
          <a:noFill/>
          <a:ln>
            <a:noFill/>
          </a:ln>
          <a:effectLst/>
        </p:spPr>
        <p:txBody>
          <a:bodyPr tIns="137160" bIns="137160">
            <a:spAutoFit/>
          </a:bodyPr>
          <a:lstStyle>
            <a:lvl1pPr eaLnBrk="0" hangingPunct="0">
              <a:defRPr sz="2100">
                <a:solidFill>
                  <a:schemeClr val="tx1"/>
                </a:solidFill>
                <a:latin typeface="Arial" panose="020B0604020202020204" pitchFamily="34" charset="0"/>
              </a:defRPr>
            </a:lvl1pPr>
            <a:lvl2pPr marL="742950" indent="-285750" eaLnBrk="0" hangingPunct="0">
              <a:defRPr sz="2100">
                <a:solidFill>
                  <a:schemeClr val="tx1"/>
                </a:solidFill>
                <a:latin typeface="Arial" panose="020B0604020202020204" pitchFamily="34" charset="0"/>
              </a:defRPr>
            </a:lvl2pPr>
            <a:lvl3pPr marL="1143000" indent="-228600" eaLnBrk="0" hangingPunct="0">
              <a:defRPr sz="2100">
                <a:solidFill>
                  <a:schemeClr val="tx1"/>
                </a:solidFill>
                <a:latin typeface="Arial" panose="020B0604020202020204" pitchFamily="34" charset="0"/>
              </a:defRPr>
            </a:lvl3pPr>
            <a:lvl4pPr marL="1600200" indent="-228600" eaLnBrk="0" hangingPunct="0">
              <a:defRPr sz="2100">
                <a:solidFill>
                  <a:schemeClr val="tx1"/>
                </a:solidFill>
                <a:latin typeface="Arial" panose="020B0604020202020204" pitchFamily="34" charset="0"/>
              </a:defRPr>
            </a:lvl4pPr>
            <a:lvl5pPr marL="2057400" indent="-228600" eaLnBrk="0" hangingPunct="0">
              <a:defRPr sz="2100">
                <a:solidFill>
                  <a:schemeClr val="tx1"/>
                </a:solidFill>
                <a:latin typeface="Arial" panose="020B0604020202020204" pitchFamily="34" charset="0"/>
              </a:defRPr>
            </a:lvl5pPr>
            <a:lvl6pPr marL="2514600" indent="-228600" eaLnBrk="0" fontAlgn="base" hangingPunct="0">
              <a:spcBef>
                <a:spcPct val="0"/>
              </a:spcBef>
              <a:spcAft>
                <a:spcPct val="0"/>
              </a:spcAft>
              <a:defRPr sz="2100">
                <a:solidFill>
                  <a:schemeClr val="tx1"/>
                </a:solidFill>
                <a:latin typeface="Arial" panose="020B0604020202020204" pitchFamily="34" charset="0"/>
              </a:defRPr>
            </a:lvl6pPr>
            <a:lvl7pPr marL="2971800" indent="-228600" eaLnBrk="0" fontAlgn="base" hangingPunct="0">
              <a:spcBef>
                <a:spcPct val="0"/>
              </a:spcBef>
              <a:spcAft>
                <a:spcPct val="0"/>
              </a:spcAft>
              <a:defRPr sz="2100">
                <a:solidFill>
                  <a:schemeClr val="tx1"/>
                </a:solidFill>
                <a:latin typeface="Arial" panose="020B0604020202020204" pitchFamily="34" charset="0"/>
              </a:defRPr>
            </a:lvl7pPr>
            <a:lvl8pPr marL="3429000" indent="-228600" eaLnBrk="0" fontAlgn="base" hangingPunct="0">
              <a:spcBef>
                <a:spcPct val="0"/>
              </a:spcBef>
              <a:spcAft>
                <a:spcPct val="0"/>
              </a:spcAft>
              <a:defRPr sz="2100">
                <a:solidFill>
                  <a:schemeClr val="tx1"/>
                </a:solidFill>
                <a:latin typeface="Arial" panose="020B0604020202020204" pitchFamily="34" charset="0"/>
              </a:defRPr>
            </a:lvl8pPr>
            <a:lvl9pPr marL="3886200" indent="-228600" eaLnBrk="0" fontAlgn="base" hangingPunct="0">
              <a:spcBef>
                <a:spcPct val="0"/>
              </a:spcBef>
              <a:spcAft>
                <a:spcPct val="0"/>
              </a:spcAft>
              <a:defRPr sz="2100">
                <a:solidFill>
                  <a:schemeClr val="tx1"/>
                </a:solidFill>
                <a:latin typeface="Arial" panose="020B0604020202020204" pitchFamily="34" charset="0"/>
              </a:defRPr>
            </a:lvl9pPr>
          </a:lstStyle>
          <a:p>
            <a:pPr eaLnBrk="1" hangingPunct="1">
              <a:spcBef>
                <a:spcPct val="50000"/>
              </a:spcBef>
              <a:defRPr/>
            </a:pPr>
            <a:endParaRPr lang="en-US" altLang="en-US"/>
          </a:p>
        </p:txBody>
      </p:sp>
      <p:sp>
        <p:nvSpPr>
          <p:cNvPr id="2057" name="Rectangle 9">
            <a:extLst>
              <a:ext uri="{FF2B5EF4-FFF2-40B4-BE49-F238E27FC236}">
                <a16:creationId xmlns:a16="http://schemas.microsoft.com/office/drawing/2014/main" id="{3252478E-7510-5344-9DB1-9879724272AB}"/>
              </a:ext>
            </a:extLst>
          </p:cNvPr>
          <p:cNvSpPr>
            <a:spLocks noGrp="1" noChangeArrowheads="1"/>
          </p:cNvSpPr>
          <p:nvPr>
            <p:ph type="sldNum" sz="quarter" idx="4"/>
          </p:nvPr>
        </p:nvSpPr>
        <p:spPr bwMode="auto">
          <a:xfrm>
            <a:off x="7467600" y="6248400"/>
            <a:ext cx="990600" cy="381000"/>
          </a:xfrm>
          <a:prstGeom prst="rect">
            <a:avLst/>
          </a:prstGeom>
          <a:noFill/>
          <a:ln>
            <a:noFill/>
          </a:ln>
          <a:effectLst/>
        </p:spPr>
        <p:txBody>
          <a:bodyPr vert="horz" wrap="square" lIns="92075" tIns="46038" rIns="92075" bIns="46038" numCol="1" anchor="ctr" anchorCtr="0" compatLnSpc="1">
            <a:prstTxWarp prst="textNoShape">
              <a:avLst/>
            </a:prstTxWarp>
          </a:bodyPr>
          <a:lstStyle>
            <a:lvl1pPr algn="r" eaLnBrk="1" hangingPunct="1">
              <a:defRPr sz="1600" smtClean="0">
                <a:latin typeface="Times New Roman" panose="02020603050405020304" pitchFamily="18" charset="0"/>
              </a:defRPr>
            </a:lvl1pPr>
          </a:lstStyle>
          <a:p>
            <a:pPr>
              <a:defRPr/>
            </a:pPr>
            <a:fld id="{9D098999-D646-F043-9583-5BA26A14444C}" type="slidenum">
              <a:rPr lang="en-US" altLang="en-US"/>
              <a:pPr>
                <a:defRPr/>
              </a:pPr>
              <a:t>‹#›</a:t>
            </a:fld>
            <a:endParaRPr lang="en-US" altLang="en-US"/>
          </a:p>
        </p:txBody>
      </p:sp>
    </p:spTree>
  </p:cSld>
  <p:clrMap bg1="dk2" tx1="lt1" bg2="dk1" tx2="lt2" accent1="accent1" accent2="accent2" accent3="accent3" accent4="accent4" accent5="accent5" accent6="accent6" hlink="hlink" folHlink="folHlink"/>
  <p:sldLayoutIdLst>
    <p:sldLayoutId id="2147483684"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32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32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tx1"/>
        </a:buClr>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200">
          <a:solidFill>
            <a:schemeClr val="tx1"/>
          </a:solidFill>
          <a:latin typeface="+mn-lt"/>
        </a:defRPr>
      </a:lvl2pPr>
      <a:lvl3pPr marL="1143000" indent="-228600" algn="l" rtl="0" eaLnBrk="0" fontAlgn="base" hangingPunct="0">
        <a:spcBef>
          <a:spcPct val="20000"/>
        </a:spcBef>
        <a:spcAft>
          <a:spcPct val="0"/>
        </a:spcAft>
        <a:buClr>
          <a:schemeClr val="tx1"/>
        </a:buClr>
        <a:defRPr b="1">
          <a:solidFill>
            <a:schemeClr val="tx1"/>
          </a:solidFill>
          <a:latin typeface="Courier New" pitchFamily="49" charset="0"/>
        </a:defRPr>
      </a:lvl3pPr>
      <a:lvl4pPr marL="1600200" indent="-228600" algn="l" rtl="0" eaLnBrk="0" fontAlgn="base" hangingPunct="0">
        <a:spcBef>
          <a:spcPct val="20000"/>
        </a:spcBef>
        <a:spcAft>
          <a:spcPct val="0"/>
        </a:spcAft>
        <a:buClr>
          <a:schemeClr val="tx1"/>
        </a:buClr>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lr>
          <a:schemeClr val="accent1"/>
        </a:buClr>
        <a:buChar char="•"/>
        <a:defRPr sz="2000">
          <a:solidFill>
            <a:schemeClr val="tx1"/>
          </a:solidFill>
          <a:latin typeface="Times New Roman" pitchFamily="18" charset="0"/>
        </a:defRPr>
      </a:lvl5pPr>
      <a:lvl6pPr marL="2514600" indent="-228600" algn="l" rtl="0" fontAlgn="base">
        <a:spcBef>
          <a:spcPct val="20000"/>
        </a:spcBef>
        <a:spcAft>
          <a:spcPct val="0"/>
        </a:spcAft>
        <a:buClr>
          <a:schemeClr val="accent1"/>
        </a:buClr>
        <a:buChar char="•"/>
        <a:defRPr sz="2000">
          <a:solidFill>
            <a:schemeClr val="tx1"/>
          </a:solidFill>
          <a:latin typeface="Times New Roman" pitchFamily="18" charset="0"/>
        </a:defRPr>
      </a:lvl6pPr>
      <a:lvl7pPr marL="2971800" indent="-228600" algn="l" rtl="0" fontAlgn="base">
        <a:spcBef>
          <a:spcPct val="20000"/>
        </a:spcBef>
        <a:spcAft>
          <a:spcPct val="0"/>
        </a:spcAft>
        <a:buClr>
          <a:schemeClr val="accent1"/>
        </a:buClr>
        <a:buChar char="•"/>
        <a:defRPr sz="2000">
          <a:solidFill>
            <a:schemeClr val="tx1"/>
          </a:solidFill>
          <a:latin typeface="Times New Roman" pitchFamily="18" charset="0"/>
        </a:defRPr>
      </a:lvl7pPr>
      <a:lvl8pPr marL="3429000" indent="-228600" algn="l" rtl="0" fontAlgn="base">
        <a:spcBef>
          <a:spcPct val="20000"/>
        </a:spcBef>
        <a:spcAft>
          <a:spcPct val="0"/>
        </a:spcAft>
        <a:buClr>
          <a:schemeClr val="accent1"/>
        </a:buClr>
        <a:buChar char="•"/>
        <a:defRPr sz="2000">
          <a:solidFill>
            <a:schemeClr val="tx1"/>
          </a:solidFill>
          <a:latin typeface="Times New Roman" pitchFamily="18" charset="0"/>
        </a:defRPr>
      </a:lvl8pPr>
      <a:lvl9pPr marL="3886200" indent="-228600" algn="l" rtl="0" fontAlgn="base">
        <a:spcBef>
          <a:spcPct val="20000"/>
        </a:spcBef>
        <a:spcAft>
          <a:spcPct val="0"/>
        </a:spcAft>
        <a:buClr>
          <a:schemeClr val="accent1"/>
        </a:buClr>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png"/><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8.png"/><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hyperlink" Target="Encrypt.as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customXml" Target="../ink/ink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3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A999F98-CB10-8944-841F-AB93BE70776D}"/>
              </a:ext>
            </a:extLst>
          </p:cNvPr>
          <p:cNvSpPr>
            <a:spLocks noGrp="1" noChangeArrowheads="1"/>
          </p:cNvSpPr>
          <p:nvPr>
            <p:ph type="ctrTitle"/>
          </p:nvPr>
        </p:nvSpPr>
        <p:spPr>
          <a:xfrm>
            <a:off x="685800" y="609600"/>
            <a:ext cx="7772400" cy="1143000"/>
          </a:xfrm>
        </p:spPr>
        <p:txBody>
          <a:bodyPr/>
          <a:lstStyle/>
          <a:p>
            <a:pPr eaLnBrk="1" hangingPunct="1">
              <a:defRPr/>
            </a:pPr>
            <a:r>
              <a:rPr lang="en-US"/>
              <a:t>Assembly Language for x86 Processors </a:t>
            </a:r>
            <a:r>
              <a:rPr lang="en-US" sz="2800"/>
              <a:t>6th Edition</a:t>
            </a:r>
            <a:r>
              <a:rPr lang="en-US"/>
              <a:t>  </a:t>
            </a:r>
          </a:p>
        </p:txBody>
      </p:sp>
      <p:sp>
        <p:nvSpPr>
          <p:cNvPr id="15362" name="Rectangle 3">
            <a:extLst>
              <a:ext uri="{FF2B5EF4-FFF2-40B4-BE49-F238E27FC236}">
                <a16:creationId xmlns:a16="http://schemas.microsoft.com/office/drawing/2014/main" id="{3E6953C5-B86F-A64C-88B0-0F29AA807D68}"/>
              </a:ext>
            </a:extLst>
          </p:cNvPr>
          <p:cNvSpPr>
            <a:spLocks noGrp="1" noChangeArrowheads="1"/>
          </p:cNvSpPr>
          <p:nvPr>
            <p:ph type="subTitle" idx="1"/>
          </p:nvPr>
        </p:nvSpPr>
        <p:spPr>
          <a:xfrm>
            <a:off x="1447800" y="2209800"/>
            <a:ext cx="6400800" cy="1752600"/>
          </a:xfrm>
        </p:spPr>
        <p:txBody>
          <a:bodyPr/>
          <a:lstStyle/>
          <a:p>
            <a:pPr eaLnBrk="1" hangingPunct="1"/>
            <a:r>
              <a:rPr lang="en-US" altLang="en-US" sz="3200"/>
              <a:t>Chapter 6: Conditional Processing</a:t>
            </a:r>
          </a:p>
        </p:txBody>
      </p:sp>
      <p:sp>
        <p:nvSpPr>
          <p:cNvPr id="15363" name="Text Box 4">
            <a:extLst>
              <a:ext uri="{FF2B5EF4-FFF2-40B4-BE49-F238E27FC236}">
                <a16:creationId xmlns:a16="http://schemas.microsoft.com/office/drawing/2014/main" id="{5B8E1614-401D-CB4A-A1B2-1A6C1B463D28}"/>
              </a:ext>
            </a:extLst>
          </p:cNvPr>
          <p:cNvSpPr txBox="1">
            <a:spLocks noChangeArrowheads="1"/>
          </p:cNvSpPr>
          <p:nvPr/>
        </p:nvSpPr>
        <p:spPr bwMode="auto">
          <a:xfrm>
            <a:off x="533400" y="6172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200"/>
              <a:t>(c) Pearson Education, 2010. All rights reserved. You may modify and copy this slide show for your personal use, or for use in the classroom, as long as this copyright statement, the author's name, and the title are not changed.</a:t>
            </a:r>
          </a:p>
        </p:txBody>
      </p:sp>
      <p:sp>
        <p:nvSpPr>
          <p:cNvPr id="15364" name="Text Box 7">
            <a:extLst>
              <a:ext uri="{FF2B5EF4-FFF2-40B4-BE49-F238E27FC236}">
                <a16:creationId xmlns:a16="http://schemas.microsoft.com/office/drawing/2014/main" id="{A8A9B271-BA75-9E41-94C1-FE8BA219A3B4}"/>
              </a:ext>
            </a:extLst>
          </p:cNvPr>
          <p:cNvSpPr txBox="1">
            <a:spLocks noChangeArrowheads="1"/>
          </p:cNvSpPr>
          <p:nvPr/>
        </p:nvSpPr>
        <p:spPr bwMode="auto">
          <a:xfrm>
            <a:off x="2895600" y="1676400"/>
            <a:ext cx="3276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solidFill>
                  <a:schemeClr val="tx2"/>
                </a:solidFill>
              </a:rPr>
              <a:t>Kip R. Irvine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Footer Placeholder 3">
            <a:extLst>
              <a:ext uri="{FF2B5EF4-FFF2-40B4-BE49-F238E27FC236}">
                <a16:creationId xmlns:a16="http://schemas.microsoft.com/office/drawing/2014/main" id="{B5B73DD2-2E0B-7E4D-814D-BEFB78D5E160}"/>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16386" name="Slide Number Placeholder 4">
            <a:extLst>
              <a:ext uri="{FF2B5EF4-FFF2-40B4-BE49-F238E27FC236}">
                <a16:creationId xmlns:a16="http://schemas.microsoft.com/office/drawing/2014/main" id="{FA7AF201-9D97-C248-9BD4-D8D671AE1EA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6507AD81-F57B-4F45-B33A-EF6BC604878A}" type="slidenum">
              <a:rPr lang="en-US" altLang="en-US" sz="1600">
                <a:latin typeface="Times New Roman" panose="02020603050405020304" pitchFamily="18" charset="0"/>
              </a:rPr>
              <a:pPr>
                <a:spcBef>
                  <a:spcPct val="0"/>
                </a:spcBef>
                <a:buClrTx/>
                <a:buFontTx/>
                <a:buNone/>
              </a:pPr>
              <a:t>2</a:t>
            </a:fld>
            <a:endParaRPr lang="en-US" altLang="en-US" sz="1600">
              <a:latin typeface="Times New Roman" panose="02020603050405020304" pitchFamily="18" charset="0"/>
            </a:endParaRPr>
          </a:p>
        </p:txBody>
      </p:sp>
      <p:sp>
        <p:nvSpPr>
          <p:cNvPr id="37890" name="Rectangle 2">
            <a:extLst>
              <a:ext uri="{FF2B5EF4-FFF2-40B4-BE49-F238E27FC236}">
                <a16:creationId xmlns:a16="http://schemas.microsoft.com/office/drawing/2014/main" id="{907930FA-595D-E845-9995-138ADA122D46}"/>
              </a:ext>
            </a:extLst>
          </p:cNvPr>
          <p:cNvSpPr>
            <a:spLocks noGrp="1" noChangeArrowheads="1"/>
          </p:cNvSpPr>
          <p:nvPr>
            <p:ph type="title"/>
          </p:nvPr>
        </p:nvSpPr>
        <p:spPr/>
        <p:txBody>
          <a:bodyPr/>
          <a:lstStyle/>
          <a:p>
            <a:pPr eaLnBrk="1" hangingPunct="1">
              <a:defRPr/>
            </a:pPr>
            <a:r>
              <a:rPr lang="en-US"/>
              <a:t>Chapter Overview</a:t>
            </a:r>
          </a:p>
        </p:txBody>
      </p:sp>
      <p:sp>
        <p:nvSpPr>
          <p:cNvPr id="16388" name="Rectangle 3">
            <a:extLst>
              <a:ext uri="{FF2B5EF4-FFF2-40B4-BE49-F238E27FC236}">
                <a16:creationId xmlns:a16="http://schemas.microsoft.com/office/drawing/2014/main" id="{53B26C20-6490-BE4A-8887-ACA3A94D3F59}"/>
              </a:ext>
            </a:extLst>
          </p:cNvPr>
          <p:cNvSpPr>
            <a:spLocks noGrp="1" noChangeArrowheads="1"/>
          </p:cNvSpPr>
          <p:nvPr>
            <p:ph type="body" idx="1"/>
          </p:nvPr>
        </p:nvSpPr>
        <p:spPr>
          <a:xfrm>
            <a:off x="1600200" y="1524000"/>
            <a:ext cx="6324600" cy="3048000"/>
          </a:xfrm>
        </p:spPr>
        <p:txBody>
          <a:bodyPr/>
          <a:lstStyle/>
          <a:p>
            <a:pPr eaLnBrk="1" hangingPunct="1"/>
            <a:r>
              <a:rPr lang="en-US" altLang="en-US" b="1">
                <a:solidFill>
                  <a:schemeClr val="tx2"/>
                </a:solidFill>
              </a:rPr>
              <a:t>Boolean and Comparison Instructions</a:t>
            </a:r>
          </a:p>
          <a:p>
            <a:pPr eaLnBrk="1" hangingPunct="1"/>
            <a:r>
              <a:rPr lang="en-US" altLang="en-US"/>
              <a:t>Conditional Jumps</a:t>
            </a:r>
          </a:p>
          <a:p>
            <a:pPr eaLnBrk="1" hangingPunct="1"/>
            <a:r>
              <a:rPr lang="en-US" altLang="en-US"/>
              <a:t>Conditional Loop Instructions</a:t>
            </a:r>
          </a:p>
          <a:p>
            <a:pPr eaLnBrk="1" hangingPunct="1"/>
            <a:r>
              <a:rPr lang="en-US" altLang="en-US"/>
              <a:t>Conditional Structures</a:t>
            </a:r>
          </a:p>
          <a:p>
            <a:pPr eaLnBrk="1" hangingPunct="1"/>
            <a:r>
              <a:rPr lang="en-US" altLang="en-US"/>
              <a:t>Application: Finite-State Machines</a:t>
            </a:r>
          </a:p>
          <a:p>
            <a:pPr eaLnBrk="1" hangingPunct="1"/>
            <a:r>
              <a:rPr lang="en-US" altLang="en-US"/>
              <a:t>Conditional Control Flow Directives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3">
            <a:extLst>
              <a:ext uri="{FF2B5EF4-FFF2-40B4-BE49-F238E27FC236}">
                <a16:creationId xmlns:a16="http://schemas.microsoft.com/office/drawing/2014/main" id="{3343C101-8404-5540-A986-8A7DD1265D16}"/>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17410" name="Slide Number Placeholder 4">
            <a:extLst>
              <a:ext uri="{FF2B5EF4-FFF2-40B4-BE49-F238E27FC236}">
                <a16:creationId xmlns:a16="http://schemas.microsoft.com/office/drawing/2014/main" id="{416332FD-4367-6340-A01C-632B12716A9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E966AC90-83BC-AF4B-8E7E-377DE6C5B3F3}" type="slidenum">
              <a:rPr lang="en-US" altLang="en-US" sz="1600">
                <a:latin typeface="Times New Roman" panose="02020603050405020304" pitchFamily="18" charset="0"/>
              </a:rPr>
              <a:pPr>
                <a:spcBef>
                  <a:spcPct val="0"/>
                </a:spcBef>
                <a:buClrTx/>
                <a:buFontTx/>
                <a:buNone/>
              </a:pPr>
              <a:t>3</a:t>
            </a:fld>
            <a:endParaRPr lang="en-US" altLang="en-US" sz="1600">
              <a:latin typeface="Times New Roman" panose="02020603050405020304" pitchFamily="18" charset="0"/>
            </a:endParaRPr>
          </a:p>
        </p:txBody>
      </p:sp>
      <p:sp>
        <p:nvSpPr>
          <p:cNvPr id="121858" name="Rectangle 1026">
            <a:extLst>
              <a:ext uri="{FF2B5EF4-FFF2-40B4-BE49-F238E27FC236}">
                <a16:creationId xmlns:a16="http://schemas.microsoft.com/office/drawing/2014/main" id="{BA95CE00-A134-1048-A37B-711F210E87D0}"/>
              </a:ext>
            </a:extLst>
          </p:cNvPr>
          <p:cNvSpPr>
            <a:spLocks noGrp="1" noChangeArrowheads="1"/>
          </p:cNvSpPr>
          <p:nvPr>
            <p:ph type="title"/>
          </p:nvPr>
        </p:nvSpPr>
        <p:spPr/>
        <p:txBody>
          <a:bodyPr/>
          <a:lstStyle/>
          <a:p>
            <a:pPr eaLnBrk="1" hangingPunct="1">
              <a:defRPr/>
            </a:pPr>
            <a:r>
              <a:rPr lang="en-US"/>
              <a:t>Boolean and Comparison Instructions</a:t>
            </a:r>
          </a:p>
        </p:txBody>
      </p:sp>
      <p:sp>
        <p:nvSpPr>
          <p:cNvPr id="17412" name="Rectangle 1027">
            <a:extLst>
              <a:ext uri="{FF2B5EF4-FFF2-40B4-BE49-F238E27FC236}">
                <a16:creationId xmlns:a16="http://schemas.microsoft.com/office/drawing/2014/main" id="{934233F1-1257-2E4E-B7A2-159966C71A2A}"/>
              </a:ext>
            </a:extLst>
          </p:cNvPr>
          <p:cNvSpPr>
            <a:spLocks noGrp="1" noChangeArrowheads="1"/>
          </p:cNvSpPr>
          <p:nvPr>
            <p:ph type="body" idx="1"/>
          </p:nvPr>
        </p:nvSpPr>
        <p:spPr>
          <a:xfrm>
            <a:off x="2743200" y="1371600"/>
            <a:ext cx="5486400" cy="3733800"/>
          </a:xfrm>
        </p:spPr>
        <p:txBody>
          <a:bodyPr/>
          <a:lstStyle/>
          <a:p>
            <a:pPr eaLnBrk="1" hangingPunct="1"/>
            <a:r>
              <a:rPr lang="en-US" altLang="en-US"/>
              <a:t>CPU Status Flags</a:t>
            </a:r>
          </a:p>
          <a:p>
            <a:pPr eaLnBrk="1" hangingPunct="1"/>
            <a:r>
              <a:rPr lang="en-US" altLang="en-US"/>
              <a:t>AND Instruction</a:t>
            </a:r>
          </a:p>
          <a:p>
            <a:pPr eaLnBrk="1" hangingPunct="1"/>
            <a:r>
              <a:rPr lang="en-US" altLang="en-US"/>
              <a:t>OR Instruction</a:t>
            </a:r>
          </a:p>
          <a:p>
            <a:pPr eaLnBrk="1" hangingPunct="1"/>
            <a:r>
              <a:rPr lang="en-US" altLang="en-US"/>
              <a:t>XOR Instruction</a:t>
            </a:r>
          </a:p>
          <a:p>
            <a:pPr eaLnBrk="1" hangingPunct="1"/>
            <a:r>
              <a:rPr lang="en-US" altLang="en-US"/>
              <a:t>NOT Instruction</a:t>
            </a:r>
          </a:p>
          <a:p>
            <a:pPr eaLnBrk="1" hangingPunct="1"/>
            <a:r>
              <a:rPr lang="en-US" altLang="en-US"/>
              <a:t>Applications</a:t>
            </a:r>
          </a:p>
          <a:p>
            <a:pPr eaLnBrk="1" hangingPunct="1"/>
            <a:r>
              <a:rPr lang="en-US" altLang="en-US"/>
              <a:t>TEST Instruction </a:t>
            </a:r>
          </a:p>
          <a:p>
            <a:pPr eaLnBrk="1" hangingPunct="1"/>
            <a:r>
              <a:rPr lang="en-US" altLang="en-US"/>
              <a:t>CMP Instruction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Footer Placeholder 3">
            <a:extLst>
              <a:ext uri="{FF2B5EF4-FFF2-40B4-BE49-F238E27FC236}">
                <a16:creationId xmlns:a16="http://schemas.microsoft.com/office/drawing/2014/main" id="{C964DC47-353E-8447-8F75-55F3BA72D5FC}"/>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18434" name="Slide Number Placeholder 4">
            <a:extLst>
              <a:ext uri="{FF2B5EF4-FFF2-40B4-BE49-F238E27FC236}">
                <a16:creationId xmlns:a16="http://schemas.microsoft.com/office/drawing/2014/main" id="{CF20E746-C1E4-294D-9B00-D6A38D44028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83309F39-60B6-FD49-80A0-DB8C4E8BBD3D}" type="slidenum">
              <a:rPr lang="en-US" altLang="en-US" sz="1600">
                <a:latin typeface="Times New Roman" panose="02020603050405020304" pitchFamily="18" charset="0"/>
              </a:rPr>
              <a:pPr>
                <a:spcBef>
                  <a:spcPct val="0"/>
                </a:spcBef>
                <a:buClrTx/>
                <a:buFontTx/>
                <a:buNone/>
              </a:pPr>
              <a:t>4</a:t>
            </a:fld>
            <a:endParaRPr lang="en-US" altLang="en-US" sz="1600">
              <a:latin typeface="Times New Roman" panose="02020603050405020304" pitchFamily="18" charset="0"/>
            </a:endParaRPr>
          </a:p>
        </p:txBody>
      </p:sp>
      <p:sp>
        <p:nvSpPr>
          <p:cNvPr id="78850" name="Rectangle 2">
            <a:extLst>
              <a:ext uri="{FF2B5EF4-FFF2-40B4-BE49-F238E27FC236}">
                <a16:creationId xmlns:a16="http://schemas.microsoft.com/office/drawing/2014/main" id="{35CC5430-950B-6E41-93A4-CBF8BA127982}"/>
              </a:ext>
            </a:extLst>
          </p:cNvPr>
          <p:cNvSpPr>
            <a:spLocks noGrp="1" noChangeArrowheads="1"/>
          </p:cNvSpPr>
          <p:nvPr>
            <p:ph type="title"/>
          </p:nvPr>
        </p:nvSpPr>
        <p:spPr/>
        <p:txBody>
          <a:bodyPr/>
          <a:lstStyle/>
          <a:p>
            <a:pPr eaLnBrk="1" hangingPunct="1">
              <a:defRPr/>
            </a:pPr>
            <a:r>
              <a:rPr lang="en-US"/>
              <a:t>Status Flags - Review</a:t>
            </a:r>
          </a:p>
        </p:txBody>
      </p:sp>
      <p:sp>
        <p:nvSpPr>
          <p:cNvPr id="18436" name="Rectangle 3">
            <a:extLst>
              <a:ext uri="{FF2B5EF4-FFF2-40B4-BE49-F238E27FC236}">
                <a16:creationId xmlns:a16="http://schemas.microsoft.com/office/drawing/2014/main" id="{C0ECE59C-B1D1-4944-91BB-7FC8A49862E7}"/>
              </a:ext>
            </a:extLst>
          </p:cNvPr>
          <p:cNvSpPr>
            <a:spLocks noGrp="1" noChangeArrowheads="1"/>
          </p:cNvSpPr>
          <p:nvPr>
            <p:ph type="body" idx="1"/>
          </p:nvPr>
        </p:nvSpPr>
        <p:spPr>
          <a:xfrm>
            <a:off x="457200" y="1066800"/>
            <a:ext cx="8153400" cy="4724400"/>
          </a:xfrm>
        </p:spPr>
        <p:txBody>
          <a:bodyPr/>
          <a:lstStyle/>
          <a:p>
            <a:pPr eaLnBrk="1" hangingPunct="1">
              <a:lnSpc>
                <a:spcPct val="120000"/>
              </a:lnSpc>
            </a:pPr>
            <a:r>
              <a:rPr lang="en-US" altLang="en-US" sz="2000"/>
              <a:t>The </a:t>
            </a:r>
            <a:r>
              <a:rPr lang="en-US" altLang="en-US" sz="2000">
                <a:solidFill>
                  <a:schemeClr val="tx2"/>
                </a:solidFill>
              </a:rPr>
              <a:t>Zero</a:t>
            </a:r>
            <a:r>
              <a:rPr lang="en-US" altLang="en-US" sz="2000"/>
              <a:t> flag is set when the result of an operation equals zero.</a:t>
            </a:r>
          </a:p>
          <a:p>
            <a:pPr eaLnBrk="1" hangingPunct="1">
              <a:lnSpc>
                <a:spcPct val="120000"/>
              </a:lnSpc>
            </a:pPr>
            <a:r>
              <a:rPr lang="en-US" altLang="en-US" sz="2000"/>
              <a:t>The </a:t>
            </a:r>
            <a:r>
              <a:rPr lang="en-US" altLang="en-US" sz="2000">
                <a:solidFill>
                  <a:schemeClr val="tx2"/>
                </a:solidFill>
              </a:rPr>
              <a:t>Carry</a:t>
            </a:r>
            <a:r>
              <a:rPr lang="en-US" altLang="en-US" sz="2000"/>
              <a:t> flag is set when an instruction generates a result that is too large (or too small) for the destination operand.</a:t>
            </a:r>
          </a:p>
          <a:p>
            <a:pPr eaLnBrk="1" hangingPunct="1">
              <a:lnSpc>
                <a:spcPct val="120000"/>
              </a:lnSpc>
            </a:pPr>
            <a:r>
              <a:rPr lang="en-US" altLang="en-US" sz="2000"/>
              <a:t>The </a:t>
            </a:r>
            <a:r>
              <a:rPr lang="en-US" altLang="en-US" sz="2000">
                <a:solidFill>
                  <a:schemeClr val="tx2"/>
                </a:solidFill>
              </a:rPr>
              <a:t>Sign</a:t>
            </a:r>
            <a:r>
              <a:rPr lang="en-US" altLang="en-US" sz="2000"/>
              <a:t> flag is set if the destination operand is negative, and it is clear if the destination operand is positive.</a:t>
            </a:r>
          </a:p>
          <a:p>
            <a:pPr eaLnBrk="1" hangingPunct="1">
              <a:lnSpc>
                <a:spcPct val="120000"/>
              </a:lnSpc>
            </a:pPr>
            <a:r>
              <a:rPr lang="en-US" altLang="en-US" sz="2000"/>
              <a:t>The </a:t>
            </a:r>
            <a:r>
              <a:rPr lang="en-US" altLang="en-US" sz="2000">
                <a:solidFill>
                  <a:schemeClr val="tx2"/>
                </a:solidFill>
              </a:rPr>
              <a:t>Overflow</a:t>
            </a:r>
            <a:r>
              <a:rPr lang="en-US" altLang="en-US" sz="2000"/>
              <a:t> flag is set when an instruction generates an invalid signed result (bit 7 carry is XORed with bit 6 Carry).</a:t>
            </a:r>
          </a:p>
          <a:p>
            <a:pPr eaLnBrk="1" hangingPunct="1">
              <a:lnSpc>
                <a:spcPct val="120000"/>
              </a:lnSpc>
            </a:pPr>
            <a:r>
              <a:rPr lang="en-US" altLang="en-US" sz="2000"/>
              <a:t>The </a:t>
            </a:r>
            <a:r>
              <a:rPr lang="en-US" altLang="en-US" sz="2000">
                <a:solidFill>
                  <a:schemeClr val="tx2"/>
                </a:solidFill>
              </a:rPr>
              <a:t>Parity</a:t>
            </a:r>
            <a:r>
              <a:rPr lang="en-US" altLang="en-US" sz="2000"/>
              <a:t> flag is set when an instruction generates an even number of 1 bits in the low byte of the destination operand.</a:t>
            </a:r>
          </a:p>
          <a:p>
            <a:pPr eaLnBrk="1" hangingPunct="1">
              <a:lnSpc>
                <a:spcPct val="120000"/>
              </a:lnSpc>
            </a:pPr>
            <a:r>
              <a:rPr lang="en-US" altLang="en-US" sz="2000"/>
              <a:t>The </a:t>
            </a:r>
            <a:r>
              <a:rPr lang="en-US" altLang="en-US" sz="2000">
                <a:solidFill>
                  <a:schemeClr val="tx2"/>
                </a:solidFill>
              </a:rPr>
              <a:t>Auxiliary Carry</a:t>
            </a:r>
            <a:r>
              <a:rPr lang="en-US" altLang="en-US" sz="2000"/>
              <a:t> flag is set when an operation produces a carry out from bit 3 to bit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Footer Placeholder 3">
            <a:extLst>
              <a:ext uri="{FF2B5EF4-FFF2-40B4-BE49-F238E27FC236}">
                <a16:creationId xmlns:a16="http://schemas.microsoft.com/office/drawing/2014/main" id="{E9C8A280-DB82-9C4D-81C6-48121FAF7C80}"/>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19458" name="Slide Number Placeholder 4">
            <a:extLst>
              <a:ext uri="{FF2B5EF4-FFF2-40B4-BE49-F238E27FC236}">
                <a16:creationId xmlns:a16="http://schemas.microsoft.com/office/drawing/2014/main" id="{2636D79D-85D9-4A4A-BCA3-13519B3E2F6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68E63801-EF86-564A-8A3E-727557D691D7}" type="slidenum">
              <a:rPr lang="en-US" altLang="en-US" sz="1600">
                <a:latin typeface="Times New Roman" panose="02020603050405020304" pitchFamily="18" charset="0"/>
              </a:rPr>
              <a:pPr>
                <a:spcBef>
                  <a:spcPct val="0"/>
                </a:spcBef>
                <a:buClrTx/>
                <a:buFontTx/>
                <a:buNone/>
              </a:pPr>
              <a:t>5</a:t>
            </a:fld>
            <a:endParaRPr lang="en-US" altLang="en-US" sz="1600">
              <a:latin typeface="Times New Roman" panose="02020603050405020304" pitchFamily="18" charset="0"/>
            </a:endParaRPr>
          </a:p>
        </p:txBody>
      </p:sp>
      <p:sp>
        <p:nvSpPr>
          <p:cNvPr id="79874" name="Rectangle 2">
            <a:extLst>
              <a:ext uri="{FF2B5EF4-FFF2-40B4-BE49-F238E27FC236}">
                <a16:creationId xmlns:a16="http://schemas.microsoft.com/office/drawing/2014/main" id="{8A029D7B-3129-CF4A-8EBA-DB5EA48B71D9}"/>
              </a:ext>
            </a:extLst>
          </p:cNvPr>
          <p:cNvSpPr>
            <a:spLocks noGrp="1" noChangeArrowheads="1"/>
          </p:cNvSpPr>
          <p:nvPr>
            <p:ph type="title"/>
          </p:nvPr>
        </p:nvSpPr>
        <p:spPr/>
        <p:txBody>
          <a:bodyPr/>
          <a:lstStyle/>
          <a:p>
            <a:pPr eaLnBrk="1" hangingPunct="1">
              <a:defRPr/>
            </a:pPr>
            <a:r>
              <a:rPr lang="en-US"/>
              <a:t>AND Instruction</a:t>
            </a:r>
          </a:p>
        </p:txBody>
      </p:sp>
      <p:sp>
        <p:nvSpPr>
          <p:cNvPr id="19460" name="Rectangle 3">
            <a:extLst>
              <a:ext uri="{FF2B5EF4-FFF2-40B4-BE49-F238E27FC236}">
                <a16:creationId xmlns:a16="http://schemas.microsoft.com/office/drawing/2014/main" id="{8651E2F4-6E69-B045-9FC9-491992875200}"/>
              </a:ext>
            </a:extLst>
          </p:cNvPr>
          <p:cNvSpPr>
            <a:spLocks noGrp="1" noChangeArrowheads="1"/>
          </p:cNvSpPr>
          <p:nvPr>
            <p:ph type="body" idx="1"/>
          </p:nvPr>
        </p:nvSpPr>
        <p:spPr>
          <a:xfrm>
            <a:off x="685800" y="1143000"/>
            <a:ext cx="7772400" cy="2133600"/>
          </a:xfrm>
        </p:spPr>
        <p:txBody>
          <a:bodyPr/>
          <a:lstStyle/>
          <a:p>
            <a:pPr eaLnBrk="1" hangingPunct="1"/>
            <a:r>
              <a:rPr lang="en-US" altLang="en-US"/>
              <a:t>Performs a Boolean AND operation between each pair of matching bits in two operands</a:t>
            </a:r>
          </a:p>
          <a:p>
            <a:pPr eaLnBrk="1" hangingPunct="1"/>
            <a:r>
              <a:rPr lang="en-US" altLang="en-US"/>
              <a:t>Syntax:</a:t>
            </a:r>
          </a:p>
          <a:p>
            <a:pPr lvl="2" eaLnBrk="1" hangingPunct="1"/>
            <a:r>
              <a:rPr lang="en-US" altLang="en-US"/>
              <a:t>AND </a:t>
            </a:r>
            <a:r>
              <a:rPr lang="en-US" altLang="en-US" i="1"/>
              <a:t>destination, source</a:t>
            </a:r>
          </a:p>
          <a:p>
            <a:pPr lvl="1" eaLnBrk="1" hangingPunct="1">
              <a:buFontTx/>
              <a:buNone/>
            </a:pPr>
            <a:r>
              <a:rPr lang="en-US" altLang="en-US"/>
              <a:t>(same operand types as MOV)</a:t>
            </a:r>
          </a:p>
        </p:txBody>
      </p:sp>
      <p:graphicFrame>
        <p:nvGraphicFramePr>
          <p:cNvPr id="19461" name="Object 4">
            <a:extLst>
              <a:ext uri="{FF2B5EF4-FFF2-40B4-BE49-F238E27FC236}">
                <a16:creationId xmlns:a16="http://schemas.microsoft.com/office/drawing/2014/main" id="{8A4273B3-A166-5E47-BD6C-E3BC16534404}"/>
              </a:ext>
            </a:extLst>
          </p:cNvPr>
          <p:cNvGraphicFramePr>
            <a:graphicFrameLocks noChangeAspect="1"/>
          </p:cNvGraphicFramePr>
          <p:nvPr/>
        </p:nvGraphicFramePr>
        <p:xfrm>
          <a:off x="1295400" y="3657600"/>
          <a:ext cx="4419600" cy="1289050"/>
        </p:xfrm>
        <a:graphic>
          <a:graphicData uri="http://schemas.openxmlformats.org/presentationml/2006/ole">
            <mc:AlternateContent xmlns:mc="http://schemas.openxmlformats.org/markup-compatibility/2006">
              <mc:Choice xmlns:v="urn:schemas-microsoft-com:vml" Requires="v">
                <p:oleObj spid="_x0000_s19518" name="VISIO" r:id="rId3" imgW="19507200" imgH="4394200" progId="Visio.Drawing.6">
                  <p:embed/>
                </p:oleObj>
              </mc:Choice>
              <mc:Fallback>
                <p:oleObj name="VISIO" r:id="rId3" imgW="19507200" imgH="4394200" progId="Visio.Drawing.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l="2667" r="20000"/>
                      <a:stretch>
                        <a:fillRect/>
                      </a:stretch>
                    </p:blipFill>
                    <p:spPr bwMode="auto">
                      <a:xfrm>
                        <a:off x="1295400" y="3657600"/>
                        <a:ext cx="4419600" cy="128905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9462" name="Picture 5">
            <a:extLst>
              <a:ext uri="{FF2B5EF4-FFF2-40B4-BE49-F238E27FC236}">
                <a16:creationId xmlns:a16="http://schemas.microsoft.com/office/drawing/2014/main" id="{AB0E36DD-63C6-9043-B4BA-3780858405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600" y="3048000"/>
            <a:ext cx="15240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63" name="Text Box 6">
            <a:extLst>
              <a:ext uri="{FF2B5EF4-FFF2-40B4-BE49-F238E27FC236}">
                <a16:creationId xmlns:a16="http://schemas.microsoft.com/office/drawing/2014/main" id="{22B3EBC6-9AB1-E945-ADD1-81002A928B99}"/>
              </a:ext>
            </a:extLst>
          </p:cNvPr>
          <p:cNvSpPr txBox="1">
            <a:spLocks noChangeArrowheads="1"/>
          </p:cNvSpPr>
          <p:nvPr/>
        </p:nvSpPr>
        <p:spPr bwMode="auto">
          <a:xfrm>
            <a:off x="6553200" y="2438400"/>
            <a:ext cx="990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t>AND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Footer Placeholder 3">
            <a:extLst>
              <a:ext uri="{FF2B5EF4-FFF2-40B4-BE49-F238E27FC236}">
                <a16:creationId xmlns:a16="http://schemas.microsoft.com/office/drawing/2014/main" id="{399A1DB9-864E-9F43-93CB-E3503F43B62C}"/>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20482" name="Slide Number Placeholder 4">
            <a:extLst>
              <a:ext uri="{FF2B5EF4-FFF2-40B4-BE49-F238E27FC236}">
                <a16:creationId xmlns:a16="http://schemas.microsoft.com/office/drawing/2014/main" id="{083232C3-B206-4E48-ACF3-007875A1BA6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FB32CB95-1559-B945-B42E-542A989846C2}" type="slidenum">
              <a:rPr lang="en-US" altLang="en-US" sz="1600">
                <a:latin typeface="Times New Roman" panose="02020603050405020304" pitchFamily="18" charset="0"/>
              </a:rPr>
              <a:pPr>
                <a:spcBef>
                  <a:spcPct val="0"/>
                </a:spcBef>
                <a:buClrTx/>
                <a:buFontTx/>
                <a:buNone/>
              </a:pPr>
              <a:t>6</a:t>
            </a:fld>
            <a:endParaRPr lang="en-US" altLang="en-US" sz="1600">
              <a:latin typeface="Times New Roman" panose="02020603050405020304" pitchFamily="18" charset="0"/>
            </a:endParaRPr>
          </a:p>
        </p:txBody>
      </p:sp>
      <p:sp>
        <p:nvSpPr>
          <p:cNvPr id="80898" name="Rectangle 2">
            <a:extLst>
              <a:ext uri="{FF2B5EF4-FFF2-40B4-BE49-F238E27FC236}">
                <a16:creationId xmlns:a16="http://schemas.microsoft.com/office/drawing/2014/main" id="{4A8F2F76-1FB5-F44B-954B-E2BE4569906C}"/>
              </a:ext>
            </a:extLst>
          </p:cNvPr>
          <p:cNvSpPr>
            <a:spLocks noGrp="1" noChangeArrowheads="1"/>
          </p:cNvSpPr>
          <p:nvPr>
            <p:ph type="title"/>
          </p:nvPr>
        </p:nvSpPr>
        <p:spPr/>
        <p:txBody>
          <a:bodyPr/>
          <a:lstStyle/>
          <a:p>
            <a:pPr eaLnBrk="1" hangingPunct="1">
              <a:defRPr/>
            </a:pPr>
            <a:r>
              <a:rPr lang="en-US"/>
              <a:t>OR Instruction</a:t>
            </a:r>
          </a:p>
        </p:txBody>
      </p:sp>
      <p:sp>
        <p:nvSpPr>
          <p:cNvPr id="20484" name="Rectangle 3">
            <a:extLst>
              <a:ext uri="{FF2B5EF4-FFF2-40B4-BE49-F238E27FC236}">
                <a16:creationId xmlns:a16="http://schemas.microsoft.com/office/drawing/2014/main" id="{7ACE2D17-0DD1-D248-B54F-B6C905D00153}"/>
              </a:ext>
            </a:extLst>
          </p:cNvPr>
          <p:cNvSpPr>
            <a:spLocks noGrp="1" noChangeArrowheads="1"/>
          </p:cNvSpPr>
          <p:nvPr>
            <p:ph type="body" idx="1"/>
          </p:nvPr>
        </p:nvSpPr>
        <p:spPr>
          <a:xfrm>
            <a:off x="685800" y="1143000"/>
            <a:ext cx="7772400" cy="1600200"/>
          </a:xfrm>
        </p:spPr>
        <p:txBody>
          <a:bodyPr/>
          <a:lstStyle/>
          <a:p>
            <a:pPr eaLnBrk="1" hangingPunct="1"/>
            <a:r>
              <a:rPr lang="en-US" altLang="en-US"/>
              <a:t>Performs a Boolean OR operation between each pair of matching bits in two operands</a:t>
            </a:r>
          </a:p>
          <a:p>
            <a:pPr eaLnBrk="1" hangingPunct="1"/>
            <a:r>
              <a:rPr lang="en-US" altLang="en-US"/>
              <a:t>Syntax:</a:t>
            </a:r>
          </a:p>
          <a:p>
            <a:pPr lvl="2" eaLnBrk="1" hangingPunct="1"/>
            <a:r>
              <a:rPr lang="en-US" altLang="en-US"/>
              <a:t>OR </a:t>
            </a:r>
            <a:r>
              <a:rPr lang="en-US" altLang="en-US" i="1"/>
              <a:t>destination, source</a:t>
            </a:r>
          </a:p>
        </p:txBody>
      </p:sp>
      <p:sp>
        <p:nvSpPr>
          <p:cNvPr id="20485" name="Text Box 6">
            <a:extLst>
              <a:ext uri="{FF2B5EF4-FFF2-40B4-BE49-F238E27FC236}">
                <a16:creationId xmlns:a16="http://schemas.microsoft.com/office/drawing/2014/main" id="{679050F1-CC08-0C40-86D3-B8C2A25B7403}"/>
              </a:ext>
            </a:extLst>
          </p:cNvPr>
          <p:cNvSpPr txBox="1">
            <a:spLocks noChangeArrowheads="1"/>
          </p:cNvSpPr>
          <p:nvPr/>
        </p:nvSpPr>
        <p:spPr bwMode="auto">
          <a:xfrm>
            <a:off x="6477000" y="2438400"/>
            <a:ext cx="990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t>OR</a:t>
            </a:r>
          </a:p>
        </p:txBody>
      </p:sp>
      <p:graphicFrame>
        <p:nvGraphicFramePr>
          <p:cNvPr id="20486" name="Object 7">
            <a:extLst>
              <a:ext uri="{FF2B5EF4-FFF2-40B4-BE49-F238E27FC236}">
                <a16:creationId xmlns:a16="http://schemas.microsoft.com/office/drawing/2014/main" id="{4EEB8340-AD16-4E49-874E-0945E076C277}"/>
              </a:ext>
            </a:extLst>
          </p:cNvPr>
          <p:cNvGraphicFramePr>
            <a:graphicFrameLocks noChangeAspect="1"/>
          </p:cNvGraphicFramePr>
          <p:nvPr/>
        </p:nvGraphicFramePr>
        <p:xfrm>
          <a:off x="1295400" y="3429000"/>
          <a:ext cx="4191000" cy="1333500"/>
        </p:xfrm>
        <a:graphic>
          <a:graphicData uri="http://schemas.openxmlformats.org/presentationml/2006/ole">
            <mc:AlternateContent xmlns:mc="http://schemas.openxmlformats.org/markup-compatibility/2006">
              <mc:Choice xmlns:v="urn:schemas-microsoft-com:vml" Requires="v">
                <p:oleObj spid="_x0000_s20542" name="VISIO" r:id="rId3" imgW="15811500" imgH="4394200" progId="Visio.Drawing.6">
                  <p:embed/>
                </p:oleObj>
              </mc:Choice>
              <mc:Fallback>
                <p:oleObj name="VISIO" r:id="rId3" imgW="15811500" imgH="4394200" progId="Visio.Drawing.6">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l="1587" r="11111"/>
                      <a:stretch>
                        <a:fillRect/>
                      </a:stretch>
                    </p:blipFill>
                    <p:spPr bwMode="auto">
                      <a:xfrm>
                        <a:off x="1295400" y="3429000"/>
                        <a:ext cx="4191000" cy="13335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0487" name="Picture 8">
            <a:extLst>
              <a:ext uri="{FF2B5EF4-FFF2-40B4-BE49-F238E27FC236}">
                <a16:creationId xmlns:a16="http://schemas.microsoft.com/office/drawing/2014/main" id="{06B7AB02-5C47-984E-A67C-394956D0EF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000" y="3048000"/>
            <a:ext cx="15494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Footer Placeholder 3">
            <a:extLst>
              <a:ext uri="{FF2B5EF4-FFF2-40B4-BE49-F238E27FC236}">
                <a16:creationId xmlns:a16="http://schemas.microsoft.com/office/drawing/2014/main" id="{0A348DAA-1A64-CF4A-AD95-8FC999C0B1D1}"/>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21506" name="Slide Number Placeholder 4">
            <a:extLst>
              <a:ext uri="{FF2B5EF4-FFF2-40B4-BE49-F238E27FC236}">
                <a16:creationId xmlns:a16="http://schemas.microsoft.com/office/drawing/2014/main" id="{7B11EA5D-6B76-4449-98D0-A71302D852D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E8701BCF-CD03-2546-80B4-FC2B3083245B}" type="slidenum">
              <a:rPr lang="en-US" altLang="en-US" sz="1600">
                <a:latin typeface="Times New Roman" panose="02020603050405020304" pitchFamily="18" charset="0"/>
              </a:rPr>
              <a:pPr>
                <a:spcBef>
                  <a:spcPct val="0"/>
                </a:spcBef>
                <a:buClrTx/>
                <a:buFontTx/>
                <a:buNone/>
              </a:pPr>
              <a:t>7</a:t>
            </a:fld>
            <a:endParaRPr lang="en-US" altLang="en-US" sz="1600">
              <a:latin typeface="Times New Roman" panose="02020603050405020304" pitchFamily="18" charset="0"/>
            </a:endParaRPr>
          </a:p>
        </p:txBody>
      </p:sp>
      <p:sp>
        <p:nvSpPr>
          <p:cNvPr id="81922" name="Rectangle 2">
            <a:extLst>
              <a:ext uri="{FF2B5EF4-FFF2-40B4-BE49-F238E27FC236}">
                <a16:creationId xmlns:a16="http://schemas.microsoft.com/office/drawing/2014/main" id="{C70A542F-3ADA-A04E-9366-ED6236A2D062}"/>
              </a:ext>
            </a:extLst>
          </p:cNvPr>
          <p:cNvSpPr>
            <a:spLocks noGrp="1" noChangeArrowheads="1"/>
          </p:cNvSpPr>
          <p:nvPr>
            <p:ph type="title"/>
          </p:nvPr>
        </p:nvSpPr>
        <p:spPr/>
        <p:txBody>
          <a:bodyPr/>
          <a:lstStyle/>
          <a:p>
            <a:pPr eaLnBrk="1" hangingPunct="1">
              <a:defRPr/>
            </a:pPr>
            <a:r>
              <a:rPr lang="en-US"/>
              <a:t>XOR Instruction</a:t>
            </a:r>
          </a:p>
        </p:txBody>
      </p:sp>
      <p:sp>
        <p:nvSpPr>
          <p:cNvPr id="21508" name="Rectangle 3">
            <a:extLst>
              <a:ext uri="{FF2B5EF4-FFF2-40B4-BE49-F238E27FC236}">
                <a16:creationId xmlns:a16="http://schemas.microsoft.com/office/drawing/2014/main" id="{6ECA7650-DE29-C647-B837-5BF8520273A3}"/>
              </a:ext>
            </a:extLst>
          </p:cNvPr>
          <p:cNvSpPr>
            <a:spLocks noGrp="1" noChangeArrowheads="1"/>
          </p:cNvSpPr>
          <p:nvPr>
            <p:ph type="body" idx="1"/>
          </p:nvPr>
        </p:nvSpPr>
        <p:spPr>
          <a:xfrm>
            <a:off x="685800" y="1143000"/>
            <a:ext cx="7772400" cy="1600200"/>
          </a:xfrm>
        </p:spPr>
        <p:txBody>
          <a:bodyPr/>
          <a:lstStyle/>
          <a:p>
            <a:pPr eaLnBrk="1" hangingPunct="1"/>
            <a:r>
              <a:rPr lang="en-US" altLang="en-US"/>
              <a:t>Performs a Boolean exclusive-OR operation between each pair of matching bits in two operands</a:t>
            </a:r>
          </a:p>
          <a:p>
            <a:pPr eaLnBrk="1" hangingPunct="1"/>
            <a:r>
              <a:rPr lang="en-US" altLang="en-US"/>
              <a:t>Syntax:</a:t>
            </a:r>
          </a:p>
          <a:p>
            <a:pPr lvl="2" eaLnBrk="1" hangingPunct="1"/>
            <a:r>
              <a:rPr lang="en-US" altLang="en-US"/>
              <a:t>XOR </a:t>
            </a:r>
            <a:r>
              <a:rPr lang="en-US" altLang="en-US" i="1"/>
              <a:t>destination, source</a:t>
            </a:r>
          </a:p>
        </p:txBody>
      </p:sp>
      <p:sp>
        <p:nvSpPr>
          <p:cNvPr id="21509" name="Text Box 4">
            <a:extLst>
              <a:ext uri="{FF2B5EF4-FFF2-40B4-BE49-F238E27FC236}">
                <a16:creationId xmlns:a16="http://schemas.microsoft.com/office/drawing/2014/main" id="{403267EA-D021-DA49-8590-6261422081AE}"/>
              </a:ext>
            </a:extLst>
          </p:cNvPr>
          <p:cNvSpPr txBox="1">
            <a:spLocks noChangeArrowheads="1"/>
          </p:cNvSpPr>
          <p:nvPr/>
        </p:nvSpPr>
        <p:spPr bwMode="auto">
          <a:xfrm>
            <a:off x="6477000" y="2057400"/>
            <a:ext cx="990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t>XOR</a:t>
            </a:r>
          </a:p>
        </p:txBody>
      </p:sp>
      <p:pic>
        <p:nvPicPr>
          <p:cNvPr id="21510" name="Picture 8">
            <a:extLst>
              <a:ext uri="{FF2B5EF4-FFF2-40B4-BE49-F238E27FC236}">
                <a16:creationId xmlns:a16="http://schemas.microsoft.com/office/drawing/2014/main" id="{4D3B5514-64B3-F74B-9ADE-F957C7F4D4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667000"/>
            <a:ext cx="162083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1511" name="Object 10">
            <a:extLst>
              <a:ext uri="{FF2B5EF4-FFF2-40B4-BE49-F238E27FC236}">
                <a16:creationId xmlns:a16="http://schemas.microsoft.com/office/drawing/2014/main" id="{C6F11812-2B0E-D24B-97E8-C2E53E738F0A}"/>
              </a:ext>
            </a:extLst>
          </p:cNvPr>
          <p:cNvGraphicFramePr>
            <a:graphicFrameLocks noChangeAspect="1"/>
          </p:cNvGraphicFramePr>
          <p:nvPr/>
        </p:nvGraphicFramePr>
        <p:xfrm>
          <a:off x="914400" y="3048000"/>
          <a:ext cx="4648200" cy="1292225"/>
        </p:xfrm>
        <a:graphic>
          <a:graphicData uri="http://schemas.openxmlformats.org/presentationml/2006/ole">
            <mc:AlternateContent xmlns:mc="http://schemas.openxmlformats.org/markup-compatibility/2006">
              <mc:Choice xmlns:v="urn:schemas-microsoft-com:vml" Requires="v">
                <p:oleObj spid="_x0000_s21567" name="VISIO" r:id="rId4" imgW="15811500" imgH="4394200" progId="Visio.Drawing.6">
                  <p:embed/>
                </p:oleObj>
              </mc:Choice>
              <mc:Fallback>
                <p:oleObj name="VISIO" r:id="rId4" imgW="15811500" imgH="4394200" progId="Visio.Drawing.6">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3048000"/>
                        <a:ext cx="4648200" cy="129222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31" name="Text Box 11">
            <a:extLst>
              <a:ext uri="{FF2B5EF4-FFF2-40B4-BE49-F238E27FC236}">
                <a16:creationId xmlns:a16="http://schemas.microsoft.com/office/drawing/2014/main" id="{6FFA9AB7-9361-6349-8775-C277B8F91530}"/>
              </a:ext>
            </a:extLst>
          </p:cNvPr>
          <p:cNvSpPr txBox="1">
            <a:spLocks noChangeArrowheads="1"/>
          </p:cNvSpPr>
          <p:nvPr/>
        </p:nvSpPr>
        <p:spPr bwMode="auto">
          <a:xfrm>
            <a:off x="838200" y="4876800"/>
            <a:ext cx="76200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XOR is a useful way to toggle (invert) the bits in an operand.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1931"/>
                                        </p:tgtEl>
                                        <p:attrNameLst>
                                          <p:attrName>style.visibility</p:attrName>
                                        </p:attrNameLst>
                                      </p:cBhvr>
                                      <p:to>
                                        <p:strVal val="visible"/>
                                      </p:to>
                                    </p:set>
                                    <p:animEffect transition="in" filter="dissolve">
                                      <p:cBhvr>
                                        <p:cTn id="7" dur="500"/>
                                        <p:tgtEl>
                                          <p:spTgt spid="819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1"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Footer Placeholder 3">
            <a:extLst>
              <a:ext uri="{FF2B5EF4-FFF2-40B4-BE49-F238E27FC236}">
                <a16:creationId xmlns:a16="http://schemas.microsoft.com/office/drawing/2014/main" id="{429317CF-54FE-9B4D-983C-B76890848347}"/>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22530" name="Slide Number Placeholder 4">
            <a:extLst>
              <a:ext uri="{FF2B5EF4-FFF2-40B4-BE49-F238E27FC236}">
                <a16:creationId xmlns:a16="http://schemas.microsoft.com/office/drawing/2014/main" id="{CB75B18C-A618-2548-B1B3-C93E3DD1B06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DF846840-B1D9-8F45-9AB3-905EB1F58025}" type="slidenum">
              <a:rPr lang="en-US" altLang="en-US" sz="1600">
                <a:latin typeface="Times New Roman" panose="02020603050405020304" pitchFamily="18" charset="0"/>
              </a:rPr>
              <a:pPr>
                <a:spcBef>
                  <a:spcPct val="0"/>
                </a:spcBef>
                <a:buClrTx/>
                <a:buFontTx/>
                <a:buNone/>
              </a:pPr>
              <a:t>8</a:t>
            </a:fld>
            <a:endParaRPr lang="en-US" altLang="en-US" sz="1600">
              <a:latin typeface="Times New Roman" panose="02020603050405020304" pitchFamily="18" charset="0"/>
            </a:endParaRPr>
          </a:p>
        </p:txBody>
      </p:sp>
      <p:sp>
        <p:nvSpPr>
          <p:cNvPr id="82946" name="Rectangle 2">
            <a:extLst>
              <a:ext uri="{FF2B5EF4-FFF2-40B4-BE49-F238E27FC236}">
                <a16:creationId xmlns:a16="http://schemas.microsoft.com/office/drawing/2014/main" id="{36B10483-9E3B-114D-891B-330DAB4907BC}"/>
              </a:ext>
            </a:extLst>
          </p:cNvPr>
          <p:cNvSpPr>
            <a:spLocks noGrp="1" noChangeArrowheads="1"/>
          </p:cNvSpPr>
          <p:nvPr>
            <p:ph type="title"/>
          </p:nvPr>
        </p:nvSpPr>
        <p:spPr/>
        <p:txBody>
          <a:bodyPr/>
          <a:lstStyle/>
          <a:p>
            <a:pPr eaLnBrk="1" hangingPunct="1">
              <a:defRPr/>
            </a:pPr>
            <a:r>
              <a:rPr lang="en-US"/>
              <a:t>NOT Instruction</a:t>
            </a:r>
          </a:p>
        </p:txBody>
      </p:sp>
      <p:sp>
        <p:nvSpPr>
          <p:cNvPr id="22532" name="Rectangle 3">
            <a:extLst>
              <a:ext uri="{FF2B5EF4-FFF2-40B4-BE49-F238E27FC236}">
                <a16:creationId xmlns:a16="http://schemas.microsoft.com/office/drawing/2014/main" id="{3D46DDBB-2B11-B740-918F-F2B9D34815ED}"/>
              </a:ext>
            </a:extLst>
          </p:cNvPr>
          <p:cNvSpPr>
            <a:spLocks noGrp="1" noChangeArrowheads="1"/>
          </p:cNvSpPr>
          <p:nvPr>
            <p:ph type="body" idx="1"/>
          </p:nvPr>
        </p:nvSpPr>
        <p:spPr>
          <a:xfrm>
            <a:off x="685800" y="1143000"/>
            <a:ext cx="7772400" cy="1600200"/>
          </a:xfrm>
        </p:spPr>
        <p:txBody>
          <a:bodyPr/>
          <a:lstStyle/>
          <a:p>
            <a:pPr eaLnBrk="1" hangingPunct="1"/>
            <a:r>
              <a:rPr lang="en-US" altLang="en-US"/>
              <a:t>Performs a Boolean NOT operation on a single destination operand</a:t>
            </a:r>
          </a:p>
          <a:p>
            <a:pPr eaLnBrk="1" hangingPunct="1"/>
            <a:r>
              <a:rPr lang="en-US" altLang="en-US"/>
              <a:t>Syntax:</a:t>
            </a:r>
          </a:p>
          <a:p>
            <a:pPr lvl="2" eaLnBrk="1" hangingPunct="1"/>
            <a:r>
              <a:rPr lang="en-US" altLang="en-US"/>
              <a:t>NOT </a:t>
            </a:r>
            <a:r>
              <a:rPr lang="en-US" altLang="en-US" i="1"/>
              <a:t>destination</a:t>
            </a:r>
          </a:p>
        </p:txBody>
      </p:sp>
      <p:sp>
        <p:nvSpPr>
          <p:cNvPr id="22533" name="Text Box 4">
            <a:extLst>
              <a:ext uri="{FF2B5EF4-FFF2-40B4-BE49-F238E27FC236}">
                <a16:creationId xmlns:a16="http://schemas.microsoft.com/office/drawing/2014/main" id="{10EB5A23-2DD5-7B41-BB0B-DD653317D7EA}"/>
              </a:ext>
            </a:extLst>
          </p:cNvPr>
          <p:cNvSpPr txBox="1">
            <a:spLocks noChangeArrowheads="1"/>
          </p:cNvSpPr>
          <p:nvPr/>
        </p:nvSpPr>
        <p:spPr bwMode="auto">
          <a:xfrm>
            <a:off x="6477000" y="2057400"/>
            <a:ext cx="990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2100"/>
              <a:t>NOT</a:t>
            </a:r>
          </a:p>
        </p:txBody>
      </p:sp>
      <p:graphicFrame>
        <p:nvGraphicFramePr>
          <p:cNvPr id="22534" name="Object 8">
            <a:extLst>
              <a:ext uri="{FF2B5EF4-FFF2-40B4-BE49-F238E27FC236}">
                <a16:creationId xmlns:a16="http://schemas.microsoft.com/office/drawing/2014/main" id="{906CEE77-A335-3D4A-9B40-380C66ECB9EA}"/>
              </a:ext>
            </a:extLst>
          </p:cNvPr>
          <p:cNvGraphicFramePr>
            <a:graphicFrameLocks noChangeAspect="1"/>
          </p:cNvGraphicFramePr>
          <p:nvPr/>
        </p:nvGraphicFramePr>
        <p:xfrm>
          <a:off x="1447800" y="2900363"/>
          <a:ext cx="3962400" cy="985837"/>
        </p:xfrm>
        <a:graphic>
          <a:graphicData uri="http://schemas.openxmlformats.org/presentationml/2006/ole">
            <mc:AlternateContent xmlns:mc="http://schemas.openxmlformats.org/markup-compatibility/2006">
              <mc:Choice xmlns:v="urn:schemas-microsoft-com:vml" Requires="v">
                <p:oleObj spid="_x0000_s22590" name="VISIO" r:id="rId3" imgW="13919200" imgH="3441700" progId="Visio.Drawing.6">
                  <p:embed/>
                </p:oleObj>
              </mc:Choice>
              <mc:Fallback>
                <p:oleObj name="VISIO" r:id="rId3" imgW="13919200" imgH="3441700" progId="Visio.Drawing.6">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2900363"/>
                        <a:ext cx="3962400" cy="98583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2535" name="Picture 10">
            <a:extLst>
              <a:ext uri="{FF2B5EF4-FFF2-40B4-BE49-F238E27FC236}">
                <a16:creationId xmlns:a16="http://schemas.microsoft.com/office/drawing/2014/main" id="{453D3229-9070-C34A-A358-6E0D4A51CE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4763" y="2667000"/>
            <a:ext cx="1265237"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Footer Placeholder 3">
            <a:extLst>
              <a:ext uri="{FF2B5EF4-FFF2-40B4-BE49-F238E27FC236}">
                <a16:creationId xmlns:a16="http://schemas.microsoft.com/office/drawing/2014/main" id="{BFF64520-0302-4F46-9149-E9830E0838A4}"/>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23554" name="Slide Number Placeholder 4">
            <a:extLst>
              <a:ext uri="{FF2B5EF4-FFF2-40B4-BE49-F238E27FC236}">
                <a16:creationId xmlns:a16="http://schemas.microsoft.com/office/drawing/2014/main" id="{9B30D1CF-A71C-104B-8C72-9698BCD58B0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B034BB88-89C2-E24C-B8FD-E941C44B2AF7}" type="slidenum">
              <a:rPr lang="en-US" altLang="en-US" sz="1600">
                <a:latin typeface="Times New Roman" panose="02020603050405020304" pitchFamily="18" charset="0"/>
              </a:rPr>
              <a:pPr>
                <a:spcBef>
                  <a:spcPct val="0"/>
                </a:spcBef>
                <a:buClrTx/>
                <a:buFontTx/>
                <a:buNone/>
              </a:pPr>
              <a:t>9</a:t>
            </a:fld>
            <a:endParaRPr lang="en-US" altLang="en-US" sz="1600">
              <a:latin typeface="Times New Roman" panose="02020603050405020304" pitchFamily="18" charset="0"/>
            </a:endParaRPr>
          </a:p>
        </p:txBody>
      </p:sp>
      <p:sp>
        <p:nvSpPr>
          <p:cNvPr id="164868" name="Rectangle 4">
            <a:extLst>
              <a:ext uri="{FF2B5EF4-FFF2-40B4-BE49-F238E27FC236}">
                <a16:creationId xmlns:a16="http://schemas.microsoft.com/office/drawing/2014/main" id="{276AD824-06EF-D544-9A7A-36750784A492}"/>
              </a:ext>
            </a:extLst>
          </p:cNvPr>
          <p:cNvSpPr>
            <a:spLocks noGrp="1" noChangeArrowheads="1"/>
          </p:cNvSpPr>
          <p:nvPr>
            <p:ph type="title"/>
          </p:nvPr>
        </p:nvSpPr>
        <p:spPr/>
        <p:txBody>
          <a:bodyPr/>
          <a:lstStyle/>
          <a:p>
            <a:pPr eaLnBrk="1" hangingPunct="1">
              <a:defRPr/>
            </a:pPr>
            <a:r>
              <a:rPr lang="en-US"/>
              <a:t>Bit-Mapped Sets</a:t>
            </a:r>
          </a:p>
        </p:txBody>
      </p:sp>
      <p:sp>
        <p:nvSpPr>
          <p:cNvPr id="23556" name="Rectangle 5">
            <a:extLst>
              <a:ext uri="{FF2B5EF4-FFF2-40B4-BE49-F238E27FC236}">
                <a16:creationId xmlns:a16="http://schemas.microsoft.com/office/drawing/2014/main" id="{A5DD64B7-8BE7-E34E-881B-45DD35B5D867}"/>
              </a:ext>
            </a:extLst>
          </p:cNvPr>
          <p:cNvSpPr>
            <a:spLocks noGrp="1" noChangeArrowheads="1"/>
          </p:cNvSpPr>
          <p:nvPr>
            <p:ph type="body" idx="1"/>
          </p:nvPr>
        </p:nvSpPr>
        <p:spPr/>
        <p:txBody>
          <a:bodyPr/>
          <a:lstStyle/>
          <a:p>
            <a:pPr eaLnBrk="1" hangingPunct="1"/>
            <a:r>
              <a:rPr lang="en-US" altLang="en-US"/>
              <a:t>Binary bits indicate set membership</a:t>
            </a:r>
          </a:p>
          <a:p>
            <a:pPr eaLnBrk="1" hangingPunct="1"/>
            <a:r>
              <a:rPr lang="en-US" altLang="en-US"/>
              <a:t>Efficient use of storage</a:t>
            </a:r>
          </a:p>
          <a:p>
            <a:pPr eaLnBrk="1" hangingPunct="1"/>
            <a:r>
              <a:rPr lang="en-US" altLang="en-US"/>
              <a:t>Also known as </a:t>
            </a:r>
            <a:r>
              <a:rPr lang="en-US" altLang="en-US" i="1"/>
              <a:t>bit vectors</a:t>
            </a:r>
          </a:p>
        </p:txBody>
      </p:sp>
      <p:pic>
        <p:nvPicPr>
          <p:cNvPr id="23557" name="Picture 6">
            <a:extLst>
              <a:ext uri="{FF2B5EF4-FFF2-40B4-BE49-F238E27FC236}">
                <a16:creationId xmlns:a16="http://schemas.microsoft.com/office/drawing/2014/main" id="{E7A55E7E-B6D6-804A-9B48-200AB217B9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971800"/>
            <a:ext cx="8001000" cy="213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Footer Placeholder 3">
            <a:extLst>
              <a:ext uri="{FF2B5EF4-FFF2-40B4-BE49-F238E27FC236}">
                <a16:creationId xmlns:a16="http://schemas.microsoft.com/office/drawing/2014/main" id="{AD71B116-1F1A-BE4E-939D-70B7CB5E02B5}"/>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24578" name="Slide Number Placeholder 4">
            <a:extLst>
              <a:ext uri="{FF2B5EF4-FFF2-40B4-BE49-F238E27FC236}">
                <a16:creationId xmlns:a16="http://schemas.microsoft.com/office/drawing/2014/main" id="{6DE625C6-E61D-284C-8E5E-85922B2FB7C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FE5759C8-5DA6-1642-85A9-AC04B1EC47EC}" type="slidenum">
              <a:rPr lang="en-US" altLang="en-US" sz="1600">
                <a:latin typeface="Times New Roman" panose="02020603050405020304" pitchFamily="18" charset="0"/>
              </a:rPr>
              <a:pPr>
                <a:spcBef>
                  <a:spcPct val="0"/>
                </a:spcBef>
                <a:buClrTx/>
                <a:buFontTx/>
                <a:buNone/>
              </a:pPr>
              <a:t>10</a:t>
            </a:fld>
            <a:endParaRPr lang="en-US" altLang="en-US" sz="1600">
              <a:latin typeface="Times New Roman" panose="02020603050405020304" pitchFamily="18" charset="0"/>
            </a:endParaRPr>
          </a:p>
        </p:txBody>
      </p:sp>
      <p:sp>
        <p:nvSpPr>
          <p:cNvPr id="167938" name="Rectangle 2">
            <a:extLst>
              <a:ext uri="{FF2B5EF4-FFF2-40B4-BE49-F238E27FC236}">
                <a16:creationId xmlns:a16="http://schemas.microsoft.com/office/drawing/2014/main" id="{6C8F7BC4-BB92-E34E-8ADB-DE837DC2BBFD}"/>
              </a:ext>
            </a:extLst>
          </p:cNvPr>
          <p:cNvSpPr>
            <a:spLocks noGrp="1" noChangeArrowheads="1"/>
          </p:cNvSpPr>
          <p:nvPr>
            <p:ph type="title"/>
          </p:nvPr>
        </p:nvSpPr>
        <p:spPr/>
        <p:txBody>
          <a:bodyPr/>
          <a:lstStyle/>
          <a:p>
            <a:pPr eaLnBrk="1" hangingPunct="1">
              <a:defRPr/>
            </a:pPr>
            <a:r>
              <a:rPr lang="en-US"/>
              <a:t>Bit-Mapped Set Operations</a:t>
            </a:r>
          </a:p>
        </p:txBody>
      </p:sp>
      <p:sp>
        <p:nvSpPr>
          <p:cNvPr id="24580" name="Rectangle 3">
            <a:extLst>
              <a:ext uri="{FF2B5EF4-FFF2-40B4-BE49-F238E27FC236}">
                <a16:creationId xmlns:a16="http://schemas.microsoft.com/office/drawing/2014/main" id="{B631BB1D-0EE8-5B49-9E78-D4D5B3697D7A}"/>
              </a:ext>
            </a:extLst>
          </p:cNvPr>
          <p:cNvSpPr>
            <a:spLocks noGrp="1" noChangeArrowheads="1"/>
          </p:cNvSpPr>
          <p:nvPr>
            <p:ph type="body" idx="1"/>
          </p:nvPr>
        </p:nvSpPr>
        <p:spPr/>
        <p:txBody>
          <a:bodyPr/>
          <a:lstStyle/>
          <a:p>
            <a:pPr eaLnBrk="1" hangingPunct="1"/>
            <a:r>
              <a:rPr lang="en-US" altLang="en-US"/>
              <a:t>Set Complement</a:t>
            </a:r>
          </a:p>
          <a:p>
            <a:pPr lvl="2" eaLnBrk="1" hangingPunct="1"/>
            <a:r>
              <a:rPr lang="en-US" altLang="en-US"/>
              <a:t>mov eax,SetX</a:t>
            </a:r>
          </a:p>
          <a:p>
            <a:pPr lvl="2" eaLnBrk="1" hangingPunct="1"/>
            <a:r>
              <a:rPr lang="en-US" altLang="en-US"/>
              <a:t>not eax</a:t>
            </a:r>
          </a:p>
          <a:p>
            <a:pPr lvl="2" eaLnBrk="1" hangingPunct="1"/>
            <a:endParaRPr lang="en-US" altLang="en-US"/>
          </a:p>
          <a:p>
            <a:pPr eaLnBrk="1" hangingPunct="1"/>
            <a:r>
              <a:rPr lang="en-US" altLang="en-US"/>
              <a:t>Set Intersection</a:t>
            </a:r>
          </a:p>
          <a:p>
            <a:pPr lvl="2" eaLnBrk="1" hangingPunct="1"/>
            <a:r>
              <a:rPr lang="en-US" altLang="en-US"/>
              <a:t>mov eax,setX</a:t>
            </a:r>
          </a:p>
          <a:p>
            <a:pPr lvl="2" eaLnBrk="1" hangingPunct="1"/>
            <a:r>
              <a:rPr lang="en-US" altLang="en-US"/>
              <a:t>and eax,setY</a:t>
            </a:r>
          </a:p>
          <a:p>
            <a:pPr lvl="2" eaLnBrk="1" hangingPunct="1"/>
            <a:endParaRPr lang="en-US" altLang="en-US"/>
          </a:p>
          <a:p>
            <a:pPr eaLnBrk="1" hangingPunct="1"/>
            <a:r>
              <a:rPr lang="en-US" altLang="en-US"/>
              <a:t>Set Union</a:t>
            </a:r>
          </a:p>
          <a:p>
            <a:pPr lvl="2" eaLnBrk="1" hangingPunct="1"/>
            <a:r>
              <a:rPr lang="en-US" altLang="en-US"/>
              <a:t>mov eax,setX</a:t>
            </a:r>
          </a:p>
          <a:p>
            <a:pPr lvl="2" eaLnBrk="1" hangingPunct="1"/>
            <a:r>
              <a:rPr lang="en-US" altLang="en-US"/>
              <a:t>or  eax,setY</a:t>
            </a:r>
          </a:p>
          <a:p>
            <a:pPr eaLnBrk="1" hangingPunct="1"/>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Footer Placeholder 3">
            <a:extLst>
              <a:ext uri="{FF2B5EF4-FFF2-40B4-BE49-F238E27FC236}">
                <a16:creationId xmlns:a16="http://schemas.microsoft.com/office/drawing/2014/main" id="{87AF9B00-DD48-904F-9053-4793C3C38701}"/>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30722" name="Slide Number Placeholder 4">
            <a:extLst>
              <a:ext uri="{FF2B5EF4-FFF2-40B4-BE49-F238E27FC236}">
                <a16:creationId xmlns:a16="http://schemas.microsoft.com/office/drawing/2014/main" id="{E5583C49-E5D1-CD41-8FD8-4EC6ACD5BBA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0D2F45FC-08CC-0E49-876A-204BB58AB000}" type="slidenum">
              <a:rPr lang="en-US" altLang="en-US" sz="1600">
                <a:latin typeface="Times New Roman" panose="02020603050405020304" pitchFamily="18" charset="0"/>
              </a:rPr>
              <a:pPr>
                <a:spcBef>
                  <a:spcPct val="0"/>
                </a:spcBef>
                <a:buClrTx/>
                <a:buFontTx/>
                <a:buNone/>
              </a:pPr>
              <a:t>11</a:t>
            </a:fld>
            <a:endParaRPr lang="en-US" altLang="en-US" sz="1600">
              <a:latin typeface="Times New Roman" panose="02020603050405020304" pitchFamily="18" charset="0"/>
            </a:endParaRPr>
          </a:p>
        </p:txBody>
      </p:sp>
      <p:sp>
        <p:nvSpPr>
          <p:cNvPr id="93186" name="Rectangle 2">
            <a:extLst>
              <a:ext uri="{FF2B5EF4-FFF2-40B4-BE49-F238E27FC236}">
                <a16:creationId xmlns:a16="http://schemas.microsoft.com/office/drawing/2014/main" id="{E3FFB550-44A3-D94F-B36C-723CA7B59754}"/>
              </a:ext>
            </a:extLst>
          </p:cNvPr>
          <p:cNvSpPr>
            <a:spLocks noGrp="1" noChangeArrowheads="1"/>
          </p:cNvSpPr>
          <p:nvPr>
            <p:ph type="title"/>
          </p:nvPr>
        </p:nvSpPr>
        <p:spPr/>
        <p:txBody>
          <a:bodyPr/>
          <a:lstStyle/>
          <a:p>
            <a:pPr eaLnBrk="1" hangingPunct="1">
              <a:defRPr/>
            </a:pPr>
            <a:r>
              <a:rPr lang="en-US"/>
              <a:t>TEST Instruction</a:t>
            </a:r>
          </a:p>
        </p:txBody>
      </p:sp>
      <p:sp>
        <p:nvSpPr>
          <p:cNvPr id="30724" name="Rectangle 3">
            <a:extLst>
              <a:ext uri="{FF2B5EF4-FFF2-40B4-BE49-F238E27FC236}">
                <a16:creationId xmlns:a16="http://schemas.microsoft.com/office/drawing/2014/main" id="{5BC468E5-4DAB-4343-920B-40B9BB982613}"/>
              </a:ext>
            </a:extLst>
          </p:cNvPr>
          <p:cNvSpPr>
            <a:spLocks noGrp="1" noChangeArrowheads="1"/>
          </p:cNvSpPr>
          <p:nvPr>
            <p:ph type="body" idx="1"/>
          </p:nvPr>
        </p:nvSpPr>
        <p:spPr>
          <a:xfrm>
            <a:off x="685800" y="1143000"/>
            <a:ext cx="7772400" cy="1676400"/>
          </a:xfrm>
        </p:spPr>
        <p:txBody>
          <a:bodyPr/>
          <a:lstStyle/>
          <a:p>
            <a:pPr eaLnBrk="1" hangingPunct="1"/>
            <a:r>
              <a:rPr lang="en-US" altLang="en-US" sz="2000"/>
              <a:t>Performs a nondestructive AND operation between each pair of matching bits in two operands</a:t>
            </a:r>
          </a:p>
          <a:p>
            <a:pPr eaLnBrk="1" hangingPunct="1"/>
            <a:r>
              <a:rPr lang="en-US" altLang="en-US" sz="2000"/>
              <a:t>No operands are modified, but the Zero flag is affected.</a:t>
            </a:r>
          </a:p>
          <a:p>
            <a:pPr eaLnBrk="1" hangingPunct="1"/>
            <a:r>
              <a:rPr lang="en-US" altLang="en-US" sz="2000"/>
              <a:t>Example: jump to a label if either bit 0 or bit 1 in AL is set.</a:t>
            </a:r>
          </a:p>
        </p:txBody>
      </p:sp>
      <p:sp>
        <p:nvSpPr>
          <p:cNvPr id="30725" name="Text Box 8">
            <a:extLst>
              <a:ext uri="{FF2B5EF4-FFF2-40B4-BE49-F238E27FC236}">
                <a16:creationId xmlns:a16="http://schemas.microsoft.com/office/drawing/2014/main" id="{9FD4DD88-AC56-BD4A-8A4F-2478619D8D07}"/>
              </a:ext>
            </a:extLst>
          </p:cNvPr>
          <p:cNvSpPr txBox="1">
            <a:spLocks noChangeArrowheads="1"/>
          </p:cNvSpPr>
          <p:nvPr/>
        </p:nvSpPr>
        <p:spPr bwMode="auto">
          <a:xfrm>
            <a:off x="2133600" y="2743200"/>
            <a:ext cx="3810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test al,00000011b</a:t>
            </a:r>
          </a:p>
          <a:p>
            <a:pPr eaLnBrk="1" hangingPunct="1">
              <a:lnSpc>
                <a:spcPct val="50000"/>
              </a:lnSpc>
              <a:spcBef>
                <a:spcPct val="50000"/>
              </a:spcBef>
              <a:buClrTx/>
              <a:buFontTx/>
              <a:buNone/>
            </a:pPr>
            <a:r>
              <a:rPr lang="en-US" altLang="en-US" sz="1800" b="1">
                <a:latin typeface="Courier New" panose="02070309020205020404" pitchFamily="49" charset="0"/>
              </a:rPr>
              <a:t>jnz  ValueFound</a:t>
            </a:r>
          </a:p>
        </p:txBody>
      </p:sp>
      <p:sp>
        <p:nvSpPr>
          <p:cNvPr id="30726" name="Rectangle 9">
            <a:extLst>
              <a:ext uri="{FF2B5EF4-FFF2-40B4-BE49-F238E27FC236}">
                <a16:creationId xmlns:a16="http://schemas.microsoft.com/office/drawing/2014/main" id="{8AB73814-0E52-C84C-B166-CF98B2326D5F}"/>
              </a:ext>
            </a:extLst>
          </p:cNvPr>
          <p:cNvSpPr>
            <a:spLocks noChangeArrowheads="1"/>
          </p:cNvSpPr>
          <p:nvPr/>
        </p:nvSpPr>
        <p:spPr bwMode="auto">
          <a:xfrm>
            <a:off x="685800" y="3810000"/>
            <a:ext cx="777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r>
              <a:rPr lang="en-US" altLang="en-US" sz="2000"/>
              <a:t>Example: jump to a label if neither bit 0 nor bit 1 in AL is set.</a:t>
            </a:r>
          </a:p>
        </p:txBody>
      </p:sp>
      <p:sp>
        <p:nvSpPr>
          <p:cNvPr id="30727" name="Text Box 10">
            <a:extLst>
              <a:ext uri="{FF2B5EF4-FFF2-40B4-BE49-F238E27FC236}">
                <a16:creationId xmlns:a16="http://schemas.microsoft.com/office/drawing/2014/main" id="{351B3965-E9B6-6846-AD67-98799C98BAB4}"/>
              </a:ext>
            </a:extLst>
          </p:cNvPr>
          <p:cNvSpPr txBox="1">
            <a:spLocks noChangeArrowheads="1"/>
          </p:cNvSpPr>
          <p:nvPr/>
        </p:nvSpPr>
        <p:spPr bwMode="auto">
          <a:xfrm>
            <a:off x="2133600" y="4343400"/>
            <a:ext cx="3810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marL="742950" indent="-285750">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test al,00000011b</a:t>
            </a:r>
          </a:p>
          <a:p>
            <a:pPr eaLnBrk="1" hangingPunct="1">
              <a:lnSpc>
                <a:spcPct val="50000"/>
              </a:lnSpc>
              <a:spcBef>
                <a:spcPct val="50000"/>
              </a:spcBef>
              <a:buClrTx/>
              <a:buFontTx/>
              <a:buNone/>
            </a:pPr>
            <a:r>
              <a:rPr lang="en-US" altLang="en-US" sz="1800" b="1">
                <a:latin typeface="Courier New" panose="02070309020205020404" pitchFamily="49" charset="0"/>
              </a:rPr>
              <a:t>jz   ValueNotFound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3">
            <a:extLst>
              <a:ext uri="{FF2B5EF4-FFF2-40B4-BE49-F238E27FC236}">
                <a16:creationId xmlns:a16="http://schemas.microsoft.com/office/drawing/2014/main" id="{467F8850-BBA6-004F-BF43-F56D1CCC1B03}"/>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31746" name="Slide Number Placeholder 4">
            <a:extLst>
              <a:ext uri="{FF2B5EF4-FFF2-40B4-BE49-F238E27FC236}">
                <a16:creationId xmlns:a16="http://schemas.microsoft.com/office/drawing/2014/main" id="{EE837C23-D907-B14B-BC9D-9424BA4C4A3C}"/>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7A686AA0-7F8B-3747-906F-313A5D9DB977}" type="slidenum">
              <a:rPr lang="en-US" altLang="en-US" sz="1600">
                <a:latin typeface="Times New Roman" panose="02020603050405020304" pitchFamily="18" charset="0"/>
              </a:rPr>
              <a:pPr>
                <a:spcBef>
                  <a:spcPct val="0"/>
                </a:spcBef>
                <a:buClrTx/>
                <a:buFontTx/>
                <a:buNone/>
              </a:pPr>
              <a:t>12</a:t>
            </a:fld>
            <a:endParaRPr lang="en-US" altLang="en-US" sz="1600">
              <a:latin typeface="Times New Roman" panose="02020603050405020304" pitchFamily="18" charset="0"/>
            </a:endParaRPr>
          </a:p>
        </p:txBody>
      </p:sp>
      <p:sp>
        <p:nvSpPr>
          <p:cNvPr id="94210" name="Rectangle 1026">
            <a:extLst>
              <a:ext uri="{FF2B5EF4-FFF2-40B4-BE49-F238E27FC236}">
                <a16:creationId xmlns:a16="http://schemas.microsoft.com/office/drawing/2014/main" id="{24D2152D-59C0-F84F-AF98-0ADCC31D91A3}"/>
              </a:ext>
            </a:extLst>
          </p:cNvPr>
          <p:cNvSpPr>
            <a:spLocks noGrp="1" noChangeArrowheads="1"/>
          </p:cNvSpPr>
          <p:nvPr>
            <p:ph type="title"/>
          </p:nvPr>
        </p:nvSpPr>
        <p:spPr/>
        <p:txBody>
          <a:bodyPr/>
          <a:lstStyle/>
          <a:p>
            <a:pPr eaLnBrk="1" hangingPunct="1">
              <a:defRPr/>
            </a:pPr>
            <a:r>
              <a:rPr lang="en-US"/>
              <a:t>CMP Instruction </a:t>
            </a:r>
            <a:r>
              <a:rPr lang="en-US" sz="2400"/>
              <a:t> (1 of 3)</a:t>
            </a:r>
          </a:p>
        </p:txBody>
      </p:sp>
      <p:sp>
        <p:nvSpPr>
          <p:cNvPr id="31748" name="Rectangle 1027">
            <a:extLst>
              <a:ext uri="{FF2B5EF4-FFF2-40B4-BE49-F238E27FC236}">
                <a16:creationId xmlns:a16="http://schemas.microsoft.com/office/drawing/2014/main" id="{6AF6A321-9858-3A49-AA10-C47DF51ADAC6}"/>
              </a:ext>
            </a:extLst>
          </p:cNvPr>
          <p:cNvSpPr>
            <a:spLocks noGrp="1" noChangeArrowheads="1"/>
          </p:cNvSpPr>
          <p:nvPr>
            <p:ph type="body" idx="1"/>
          </p:nvPr>
        </p:nvSpPr>
        <p:spPr>
          <a:xfrm>
            <a:off x="685800" y="1143000"/>
            <a:ext cx="7772400" cy="1676400"/>
          </a:xfrm>
        </p:spPr>
        <p:txBody>
          <a:bodyPr/>
          <a:lstStyle/>
          <a:p>
            <a:pPr eaLnBrk="1" hangingPunct="1">
              <a:lnSpc>
                <a:spcPct val="90000"/>
              </a:lnSpc>
            </a:pPr>
            <a:r>
              <a:rPr lang="en-US" altLang="en-US" sz="2000"/>
              <a:t>Compares the destination operand to the source operand</a:t>
            </a:r>
          </a:p>
          <a:p>
            <a:pPr lvl="1" eaLnBrk="1" hangingPunct="1">
              <a:lnSpc>
                <a:spcPct val="90000"/>
              </a:lnSpc>
            </a:pPr>
            <a:r>
              <a:rPr lang="en-US" altLang="en-US" sz="1800"/>
              <a:t>Nondestructive subtraction of source from destination (destination operand is not changed)</a:t>
            </a:r>
          </a:p>
          <a:p>
            <a:pPr eaLnBrk="1" hangingPunct="1">
              <a:lnSpc>
                <a:spcPct val="90000"/>
              </a:lnSpc>
            </a:pPr>
            <a:r>
              <a:rPr lang="en-US" altLang="en-US" sz="2000"/>
              <a:t>Syntax: </a:t>
            </a:r>
            <a:r>
              <a:rPr lang="en-US" altLang="en-US" sz="2000">
                <a:solidFill>
                  <a:schemeClr val="tx2"/>
                </a:solidFill>
              </a:rPr>
              <a:t>CMP </a:t>
            </a:r>
            <a:r>
              <a:rPr lang="en-US" altLang="en-US" sz="2000" i="1">
                <a:solidFill>
                  <a:schemeClr val="tx2"/>
                </a:solidFill>
              </a:rPr>
              <a:t>destination, source</a:t>
            </a:r>
          </a:p>
          <a:p>
            <a:pPr eaLnBrk="1" hangingPunct="1">
              <a:lnSpc>
                <a:spcPct val="90000"/>
              </a:lnSpc>
            </a:pPr>
            <a:r>
              <a:rPr lang="en-US" altLang="en-US" sz="2000"/>
              <a:t>Example: destination == source</a:t>
            </a:r>
          </a:p>
        </p:txBody>
      </p:sp>
      <p:sp>
        <p:nvSpPr>
          <p:cNvPr id="31749" name="Text Box 1028">
            <a:extLst>
              <a:ext uri="{FF2B5EF4-FFF2-40B4-BE49-F238E27FC236}">
                <a16:creationId xmlns:a16="http://schemas.microsoft.com/office/drawing/2014/main" id="{7D923A03-70F4-5040-9151-E373C0A1DAE1}"/>
              </a:ext>
            </a:extLst>
          </p:cNvPr>
          <p:cNvSpPr txBox="1">
            <a:spLocks noChangeArrowheads="1"/>
          </p:cNvSpPr>
          <p:nvPr/>
        </p:nvSpPr>
        <p:spPr bwMode="auto">
          <a:xfrm>
            <a:off x="1524000" y="2895600"/>
            <a:ext cx="60960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a:spcBef>
                <a:spcPct val="20000"/>
              </a:spcBef>
              <a:buClr>
                <a:schemeClr val="tx1"/>
              </a:buClr>
              <a:buChar char="•"/>
              <a:tabLst>
                <a:tab pos="457200" algn="l"/>
                <a:tab pos="3200400" algn="l"/>
                <a:tab pos="4114800" algn="l"/>
              </a:tabLst>
              <a:defRPr sz="2400">
                <a:solidFill>
                  <a:schemeClr val="tx1"/>
                </a:solidFill>
                <a:latin typeface="Arial" panose="020B0604020202020204" pitchFamily="34" charset="0"/>
              </a:defRPr>
            </a:lvl1pPr>
            <a:lvl2pPr marL="742950" indent="-285750">
              <a:spcBef>
                <a:spcPct val="20000"/>
              </a:spcBef>
              <a:buClr>
                <a:schemeClr val="tx1"/>
              </a:buClr>
              <a:buChar char="•"/>
              <a:tabLst>
                <a:tab pos="457200" algn="l"/>
                <a:tab pos="3200400" algn="l"/>
                <a:tab pos="4114800" algn="l"/>
              </a:tabLst>
              <a:defRPr sz="2200">
                <a:solidFill>
                  <a:schemeClr val="tx1"/>
                </a:solidFill>
                <a:latin typeface="Arial" panose="020B0604020202020204" pitchFamily="34" charset="0"/>
              </a:defRPr>
            </a:lvl2pPr>
            <a:lvl3pPr marL="1143000" indent="-228600">
              <a:spcBef>
                <a:spcPct val="20000"/>
              </a:spcBef>
              <a:buClr>
                <a:schemeClr val="tx1"/>
              </a:buClr>
              <a:tabLst>
                <a:tab pos="457200" algn="l"/>
                <a:tab pos="3200400" algn="l"/>
                <a:tab pos="4114800" algn="l"/>
              </a:tabLst>
              <a:defRPr b="1">
                <a:solidFill>
                  <a:schemeClr val="tx1"/>
                </a:solidFill>
                <a:latin typeface="Courier New" panose="02070309020205020404" pitchFamily="49" charset="0"/>
              </a:defRPr>
            </a:lvl3pPr>
            <a:lvl4pPr marL="1600200" indent="-228600">
              <a:spcBef>
                <a:spcPct val="20000"/>
              </a:spcBef>
              <a:buClr>
                <a:schemeClr val="tx1"/>
              </a:buClr>
              <a:buChar char="–"/>
              <a:tabLst>
                <a:tab pos="457200" algn="l"/>
                <a:tab pos="3200400" algn="l"/>
                <a:tab pos="4114800" algn="l"/>
              </a:tabLst>
              <a:defRPr sz="2000">
                <a:solidFill>
                  <a:schemeClr val="tx1"/>
                </a:solidFill>
                <a:latin typeface="Times New Roman" panose="02020603050405020304" pitchFamily="18" charset="0"/>
              </a:defRPr>
            </a:lvl4pPr>
            <a:lvl5pPr marL="2057400" indent="-228600">
              <a:spcBef>
                <a:spcPct val="20000"/>
              </a:spcBef>
              <a:buClr>
                <a:schemeClr val="accent1"/>
              </a:buClr>
              <a:buChar char="•"/>
              <a:tabLst>
                <a:tab pos="457200" algn="l"/>
                <a:tab pos="32004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al,5</a:t>
            </a:r>
          </a:p>
          <a:p>
            <a:pPr eaLnBrk="1" hangingPunct="1">
              <a:lnSpc>
                <a:spcPct val="50000"/>
              </a:lnSpc>
              <a:spcBef>
                <a:spcPct val="50000"/>
              </a:spcBef>
              <a:buClrTx/>
              <a:buFontTx/>
              <a:buNone/>
            </a:pPr>
            <a:r>
              <a:rPr lang="en-US" altLang="en-US" sz="1800" b="1">
                <a:latin typeface="Courier New" panose="02070309020205020404" pitchFamily="49" charset="0"/>
              </a:rPr>
              <a:t>cmp al,5	; Zero flag set</a:t>
            </a:r>
          </a:p>
        </p:txBody>
      </p:sp>
      <p:grpSp>
        <p:nvGrpSpPr>
          <p:cNvPr id="31750" name="Group 1033">
            <a:extLst>
              <a:ext uri="{FF2B5EF4-FFF2-40B4-BE49-F238E27FC236}">
                <a16:creationId xmlns:a16="http://schemas.microsoft.com/office/drawing/2014/main" id="{7283E8F9-B302-A349-9AE8-72E313D76F83}"/>
              </a:ext>
            </a:extLst>
          </p:cNvPr>
          <p:cNvGrpSpPr>
            <a:grpSpLocks/>
          </p:cNvGrpSpPr>
          <p:nvPr/>
        </p:nvGrpSpPr>
        <p:grpSpPr bwMode="auto">
          <a:xfrm>
            <a:off x="685800" y="4191000"/>
            <a:ext cx="7772400" cy="1447800"/>
            <a:chOff x="432" y="2640"/>
            <a:chExt cx="4896" cy="912"/>
          </a:xfrm>
        </p:grpSpPr>
        <p:sp>
          <p:nvSpPr>
            <p:cNvPr id="31751" name="Rectangle 1029">
              <a:extLst>
                <a:ext uri="{FF2B5EF4-FFF2-40B4-BE49-F238E27FC236}">
                  <a16:creationId xmlns:a16="http://schemas.microsoft.com/office/drawing/2014/main" id="{29100F8E-AD12-3048-9684-6699C0297BF5}"/>
                </a:ext>
              </a:extLst>
            </p:cNvPr>
            <p:cNvSpPr>
              <a:spLocks noChangeArrowheads="1"/>
            </p:cNvSpPr>
            <p:nvPr/>
          </p:nvSpPr>
          <p:spPr bwMode="auto">
            <a:xfrm>
              <a:off x="432" y="2640"/>
              <a:ext cx="48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r>
                <a:rPr lang="en-US" altLang="en-US" sz="2000"/>
                <a:t>Example: destination &lt; source</a:t>
              </a:r>
            </a:p>
          </p:txBody>
        </p:sp>
        <p:sp>
          <p:nvSpPr>
            <p:cNvPr id="31752" name="Text Box 1031">
              <a:extLst>
                <a:ext uri="{FF2B5EF4-FFF2-40B4-BE49-F238E27FC236}">
                  <a16:creationId xmlns:a16="http://schemas.microsoft.com/office/drawing/2014/main" id="{481C0854-E72E-3844-84C2-E56594B3160D}"/>
                </a:ext>
              </a:extLst>
            </p:cNvPr>
            <p:cNvSpPr txBox="1">
              <a:spLocks noChangeArrowheads="1"/>
            </p:cNvSpPr>
            <p:nvPr/>
          </p:nvSpPr>
          <p:spPr bwMode="auto">
            <a:xfrm>
              <a:off x="960" y="3024"/>
              <a:ext cx="3840"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a:spcBef>
                  <a:spcPct val="20000"/>
                </a:spcBef>
                <a:buClr>
                  <a:schemeClr val="tx1"/>
                </a:buClr>
                <a:buChar char="•"/>
                <a:tabLst>
                  <a:tab pos="457200" algn="l"/>
                  <a:tab pos="3200400" algn="l"/>
                  <a:tab pos="4114800" algn="l"/>
                </a:tabLst>
                <a:defRPr sz="2400">
                  <a:solidFill>
                    <a:schemeClr val="tx1"/>
                  </a:solidFill>
                  <a:latin typeface="Arial" panose="020B0604020202020204" pitchFamily="34" charset="0"/>
                </a:defRPr>
              </a:lvl1pPr>
              <a:lvl2pPr marL="742950" indent="-285750">
                <a:spcBef>
                  <a:spcPct val="20000"/>
                </a:spcBef>
                <a:buClr>
                  <a:schemeClr val="tx1"/>
                </a:buClr>
                <a:buChar char="•"/>
                <a:tabLst>
                  <a:tab pos="457200" algn="l"/>
                  <a:tab pos="3200400" algn="l"/>
                  <a:tab pos="4114800" algn="l"/>
                </a:tabLst>
                <a:defRPr sz="2200">
                  <a:solidFill>
                    <a:schemeClr val="tx1"/>
                  </a:solidFill>
                  <a:latin typeface="Arial" panose="020B0604020202020204" pitchFamily="34" charset="0"/>
                </a:defRPr>
              </a:lvl2pPr>
              <a:lvl3pPr marL="1143000" indent="-228600">
                <a:spcBef>
                  <a:spcPct val="20000"/>
                </a:spcBef>
                <a:buClr>
                  <a:schemeClr val="tx1"/>
                </a:buClr>
                <a:tabLst>
                  <a:tab pos="457200" algn="l"/>
                  <a:tab pos="3200400" algn="l"/>
                  <a:tab pos="4114800" algn="l"/>
                </a:tabLst>
                <a:defRPr b="1">
                  <a:solidFill>
                    <a:schemeClr val="tx1"/>
                  </a:solidFill>
                  <a:latin typeface="Courier New" panose="02070309020205020404" pitchFamily="49" charset="0"/>
                </a:defRPr>
              </a:lvl3pPr>
              <a:lvl4pPr marL="1600200" indent="-228600">
                <a:spcBef>
                  <a:spcPct val="20000"/>
                </a:spcBef>
                <a:buClr>
                  <a:schemeClr val="tx1"/>
                </a:buClr>
                <a:buChar char="–"/>
                <a:tabLst>
                  <a:tab pos="457200" algn="l"/>
                  <a:tab pos="3200400" algn="l"/>
                  <a:tab pos="4114800" algn="l"/>
                </a:tabLst>
                <a:defRPr sz="2000">
                  <a:solidFill>
                    <a:schemeClr val="tx1"/>
                  </a:solidFill>
                  <a:latin typeface="Times New Roman" panose="02020603050405020304" pitchFamily="18" charset="0"/>
                </a:defRPr>
              </a:lvl4pPr>
              <a:lvl5pPr marL="2057400" indent="-228600">
                <a:spcBef>
                  <a:spcPct val="20000"/>
                </a:spcBef>
                <a:buClr>
                  <a:schemeClr val="accent1"/>
                </a:buClr>
                <a:buChar char="•"/>
                <a:tabLst>
                  <a:tab pos="457200" algn="l"/>
                  <a:tab pos="32004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2004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mov al,4</a:t>
              </a:r>
            </a:p>
            <a:p>
              <a:pPr eaLnBrk="1" hangingPunct="1">
                <a:lnSpc>
                  <a:spcPct val="50000"/>
                </a:lnSpc>
                <a:spcBef>
                  <a:spcPct val="50000"/>
                </a:spcBef>
                <a:buClrTx/>
                <a:buFontTx/>
                <a:buNone/>
              </a:pPr>
              <a:r>
                <a:rPr lang="en-US" altLang="en-US" sz="1800" b="1">
                  <a:latin typeface="Courier New" panose="02070309020205020404" pitchFamily="49" charset="0"/>
                </a:rPr>
                <a:t>cmp al,5	; Carry flag set</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Footer Placeholder 3">
            <a:extLst>
              <a:ext uri="{FF2B5EF4-FFF2-40B4-BE49-F238E27FC236}">
                <a16:creationId xmlns:a16="http://schemas.microsoft.com/office/drawing/2014/main" id="{210799B5-B58B-804D-828D-FB31782B114F}"/>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34818" name="Slide Number Placeholder 4">
            <a:extLst>
              <a:ext uri="{FF2B5EF4-FFF2-40B4-BE49-F238E27FC236}">
                <a16:creationId xmlns:a16="http://schemas.microsoft.com/office/drawing/2014/main" id="{FEA47790-A802-5A4D-9D96-FDEA4C12E44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0D8C481B-8F9A-A949-81FC-53B2E44EC709}" type="slidenum">
              <a:rPr lang="en-US" altLang="en-US" sz="1600">
                <a:latin typeface="Times New Roman" panose="02020603050405020304" pitchFamily="18" charset="0"/>
              </a:rPr>
              <a:pPr>
                <a:spcBef>
                  <a:spcPct val="0"/>
                </a:spcBef>
                <a:buClrTx/>
                <a:buFontTx/>
                <a:buNone/>
              </a:pPr>
              <a:t>13</a:t>
            </a:fld>
            <a:endParaRPr lang="en-US" altLang="en-US" sz="1600">
              <a:latin typeface="Times New Roman" panose="02020603050405020304" pitchFamily="18" charset="0"/>
            </a:endParaRPr>
          </a:p>
        </p:txBody>
      </p:sp>
      <p:sp>
        <p:nvSpPr>
          <p:cNvPr id="158722" name="Rectangle 2">
            <a:extLst>
              <a:ext uri="{FF2B5EF4-FFF2-40B4-BE49-F238E27FC236}">
                <a16:creationId xmlns:a16="http://schemas.microsoft.com/office/drawing/2014/main" id="{C5095BEC-15DB-674E-999B-8444D63AB5CE}"/>
              </a:ext>
            </a:extLst>
          </p:cNvPr>
          <p:cNvSpPr>
            <a:spLocks noGrp="1" noChangeArrowheads="1"/>
          </p:cNvSpPr>
          <p:nvPr>
            <p:ph type="title"/>
          </p:nvPr>
        </p:nvSpPr>
        <p:spPr/>
        <p:txBody>
          <a:bodyPr/>
          <a:lstStyle/>
          <a:p>
            <a:pPr eaLnBrk="1" hangingPunct="1">
              <a:defRPr/>
            </a:pPr>
            <a:r>
              <a:rPr lang="en-US"/>
              <a:t>What's Next</a:t>
            </a:r>
          </a:p>
        </p:txBody>
      </p:sp>
      <p:sp>
        <p:nvSpPr>
          <p:cNvPr id="34820" name="Rectangle 3">
            <a:extLst>
              <a:ext uri="{FF2B5EF4-FFF2-40B4-BE49-F238E27FC236}">
                <a16:creationId xmlns:a16="http://schemas.microsoft.com/office/drawing/2014/main" id="{441A9652-F60F-374C-9010-4893A58E836F}"/>
              </a:ext>
            </a:extLst>
          </p:cNvPr>
          <p:cNvSpPr>
            <a:spLocks noGrp="1" noChangeArrowheads="1"/>
          </p:cNvSpPr>
          <p:nvPr>
            <p:ph type="body" idx="1"/>
          </p:nvPr>
        </p:nvSpPr>
        <p:spPr>
          <a:xfrm>
            <a:off x="1600200" y="1524000"/>
            <a:ext cx="6324600" cy="3048000"/>
          </a:xfrm>
        </p:spPr>
        <p:txBody>
          <a:bodyPr/>
          <a:lstStyle/>
          <a:p>
            <a:pPr eaLnBrk="1" hangingPunct="1"/>
            <a:r>
              <a:rPr lang="en-US" altLang="en-US"/>
              <a:t>Boolean and Comparison Instructions</a:t>
            </a:r>
          </a:p>
          <a:p>
            <a:pPr eaLnBrk="1" hangingPunct="1"/>
            <a:r>
              <a:rPr lang="en-US" altLang="en-US" b="1">
                <a:solidFill>
                  <a:schemeClr val="tx2"/>
                </a:solidFill>
              </a:rPr>
              <a:t>Conditional Jumps</a:t>
            </a:r>
          </a:p>
          <a:p>
            <a:pPr eaLnBrk="1" hangingPunct="1"/>
            <a:r>
              <a:rPr lang="en-US" altLang="en-US"/>
              <a:t>Conditional Loop Instructions</a:t>
            </a:r>
          </a:p>
          <a:p>
            <a:pPr eaLnBrk="1" hangingPunct="1"/>
            <a:r>
              <a:rPr lang="en-US" altLang="en-US"/>
              <a:t>Conditional Structures</a:t>
            </a:r>
          </a:p>
          <a:p>
            <a:pPr eaLnBrk="1" hangingPunct="1"/>
            <a:r>
              <a:rPr lang="en-US" altLang="en-US"/>
              <a:t>Application: Finite-State Machines</a:t>
            </a:r>
          </a:p>
          <a:p>
            <a:pPr eaLnBrk="1" hangingPunct="1"/>
            <a:r>
              <a:rPr lang="en-US" altLang="en-US"/>
              <a:t>Conditional Control Flow Directives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Footer Placeholder 3">
            <a:extLst>
              <a:ext uri="{FF2B5EF4-FFF2-40B4-BE49-F238E27FC236}">
                <a16:creationId xmlns:a16="http://schemas.microsoft.com/office/drawing/2014/main" id="{52B2780F-1B46-2E49-8CBC-15C7CE68F47C}"/>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35842" name="Slide Number Placeholder 4">
            <a:extLst>
              <a:ext uri="{FF2B5EF4-FFF2-40B4-BE49-F238E27FC236}">
                <a16:creationId xmlns:a16="http://schemas.microsoft.com/office/drawing/2014/main" id="{A4642C7F-2728-7246-BCB2-1294C0B6909D}"/>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AD80235A-AE9B-1A4B-AE3B-65BAE6D26460}" type="slidenum">
              <a:rPr lang="en-US" altLang="en-US" sz="1600">
                <a:latin typeface="Times New Roman" panose="02020603050405020304" pitchFamily="18" charset="0"/>
              </a:rPr>
              <a:pPr>
                <a:spcBef>
                  <a:spcPct val="0"/>
                </a:spcBef>
                <a:buClrTx/>
                <a:buFontTx/>
                <a:buNone/>
              </a:pPr>
              <a:t>14</a:t>
            </a:fld>
            <a:endParaRPr lang="en-US" altLang="en-US" sz="1600">
              <a:latin typeface="Times New Roman" panose="02020603050405020304" pitchFamily="18" charset="0"/>
            </a:endParaRPr>
          </a:p>
        </p:txBody>
      </p:sp>
      <p:sp>
        <p:nvSpPr>
          <p:cNvPr id="122882" name="Rectangle 2">
            <a:extLst>
              <a:ext uri="{FF2B5EF4-FFF2-40B4-BE49-F238E27FC236}">
                <a16:creationId xmlns:a16="http://schemas.microsoft.com/office/drawing/2014/main" id="{5EE2FC6E-E552-6D46-AF76-310A94B0D086}"/>
              </a:ext>
            </a:extLst>
          </p:cNvPr>
          <p:cNvSpPr>
            <a:spLocks noGrp="1" noChangeArrowheads="1"/>
          </p:cNvSpPr>
          <p:nvPr>
            <p:ph type="title"/>
          </p:nvPr>
        </p:nvSpPr>
        <p:spPr/>
        <p:txBody>
          <a:bodyPr/>
          <a:lstStyle/>
          <a:p>
            <a:pPr eaLnBrk="1" hangingPunct="1">
              <a:defRPr/>
            </a:pPr>
            <a:r>
              <a:rPr lang="en-US"/>
              <a:t>Conditional Jumps</a:t>
            </a:r>
          </a:p>
        </p:txBody>
      </p:sp>
      <p:sp>
        <p:nvSpPr>
          <p:cNvPr id="35844" name="Rectangle 3">
            <a:extLst>
              <a:ext uri="{FF2B5EF4-FFF2-40B4-BE49-F238E27FC236}">
                <a16:creationId xmlns:a16="http://schemas.microsoft.com/office/drawing/2014/main" id="{4BB5896D-59A8-824E-A7CE-EF6BBD314296}"/>
              </a:ext>
            </a:extLst>
          </p:cNvPr>
          <p:cNvSpPr>
            <a:spLocks noGrp="1" noChangeArrowheads="1"/>
          </p:cNvSpPr>
          <p:nvPr>
            <p:ph type="body" idx="1"/>
          </p:nvPr>
        </p:nvSpPr>
        <p:spPr>
          <a:xfrm>
            <a:off x="1524000" y="1219200"/>
            <a:ext cx="6477000" cy="4495800"/>
          </a:xfrm>
        </p:spPr>
        <p:txBody>
          <a:bodyPr/>
          <a:lstStyle/>
          <a:p>
            <a:pPr eaLnBrk="1" hangingPunct="1"/>
            <a:r>
              <a:rPr lang="en-US" altLang="en-US" sz="2800"/>
              <a:t>Jumps Based On . . .</a:t>
            </a:r>
          </a:p>
          <a:p>
            <a:pPr lvl="1" eaLnBrk="1" hangingPunct="1"/>
            <a:r>
              <a:rPr lang="en-US" altLang="en-US" sz="2600"/>
              <a:t>Specific flags</a:t>
            </a:r>
          </a:p>
          <a:p>
            <a:pPr lvl="1" eaLnBrk="1" hangingPunct="1"/>
            <a:r>
              <a:rPr lang="en-US" altLang="en-US" sz="2600"/>
              <a:t>Equality</a:t>
            </a:r>
          </a:p>
          <a:p>
            <a:pPr lvl="1" eaLnBrk="1" hangingPunct="1"/>
            <a:r>
              <a:rPr lang="en-US" altLang="en-US" sz="2600"/>
              <a:t>Unsigned comparisons</a:t>
            </a:r>
          </a:p>
          <a:p>
            <a:pPr lvl="1" eaLnBrk="1" hangingPunct="1"/>
            <a:r>
              <a:rPr lang="en-US" altLang="en-US" sz="2600"/>
              <a:t>Signed Comparisons</a:t>
            </a:r>
          </a:p>
          <a:p>
            <a:pPr eaLnBrk="1" hangingPunct="1"/>
            <a:r>
              <a:rPr lang="en-US" altLang="en-US" sz="2800"/>
              <a:t>Applications</a:t>
            </a:r>
          </a:p>
          <a:p>
            <a:pPr eaLnBrk="1" hangingPunct="1"/>
            <a:r>
              <a:rPr lang="en-US" altLang="en-US" sz="2800"/>
              <a:t>Encrypting a String</a:t>
            </a:r>
          </a:p>
          <a:p>
            <a:pPr eaLnBrk="1" hangingPunct="1"/>
            <a:r>
              <a:rPr lang="en-US" altLang="en-US" sz="2800"/>
              <a:t>Bit Test (BT) Instruction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Footer Placeholder 3">
            <a:extLst>
              <a:ext uri="{FF2B5EF4-FFF2-40B4-BE49-F238E27FC236}">
                <a16:creationId xmlns:a16="http://schemas.microsoft.com/office/drawing/2014/main" id="{4493B297-3BFE-8747-AAD9-6491373B5C2C}"/>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36866" name="Slide Number Placeholder 4">
            <a:extLst>
              <a:ext uri="{FF2B5EF4-FFF2-40B4-BE49-F238E27FC236}">
                <a16:creationId xmlns:a16="http://schemas.microsoft.com/office/drawing/2014/main" id="{088215AA-4128-CD45-9DCB-8341B7AE2A2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B78A5812-0502-C242-A29D-5EC0E3F7BCC3}" type="slidenum">
              <a:rPr lang="en-US" altLang="en-US" sz="1600">
                <a:latin typeface="Times New Roman" panose="02020603050405020304" pitchFamily="18" charset="0"/>
              </a:rPr>
              <a:pPr>
                <a:spcBef>
                  <a:spcPct val="0"/>
                </a:spcBef>
                <a:buClrTx/>
                <a:buFontTx/>
                <a:buNone/>
              </a:pPr>
              <a:t>15</a:t>
            </a:fld>
            <a:endParaRPr lang="en-US" altLang="en-US" sz="1600">
              <a:latin typeface="Times New Roman" panose="02020603050405020304" pitchFamily="18" charset="0"/>
            </a:endParaRPr>
          </a:p>
        </p:txBody>
      </p:sp>
      <p:sp>
        <p:nvSpPr>
          <p:cNvPr id="150530" name="Rectangle 2">
            <a:extLst>
              <a:ext uri="{FF2B5EF4-FFF2-40B4-BE49-F238E27FC236}">
                <a16:creationId xmlns:a16="http://schemas.microsoft.com/office/drawing/2014/main" id="{67C02513-3170-7F49-B64F-444B3F2FA91E}"/>
              </a:ext>
            </a:extLst>
          </p:cNvPr>
          <p:cNvSpPr>
            <a:spLocks noGrp="1" noChangeArrowheads="1"/>
          </p:cNvSpPr>
          <p:nvPr>
            <p:ph type="title"/>
          </p:nvPr>
        </p:nvSpPr>
        <p:spPr/>
        <p:txBody>
          <a:bodyPr/>
          <a:lstStyle/>
          <a:p>
            <a:pPr eaLnBrk="1" hangingPunct="1">
              <a:defRPr/>
            </a:pPr>
            <a:r>
              <a:rPr lang="en-US"/>
              <a:t>J</a:t>
            </a:r>
            <a:r>
              <a:rPr lang="en-US" sz="2800" i="1"/>
              <a:t>cond</a:t>
            </a:r>
            <a:r>
              <a:rPr lang="en-US"/>
              <a:t> Instruction</a:t>
            </a:r>
          </a:p>
        </p:txBody>
      </p:sp>
      <p:sp>
        <p:nvSpPr>
          <p:cNvPr id="36868" name="Rectangle 3">
            <a:extLst>
              <a:ext uri="{FF2B5EF4-FFF2-40B4-BE49-F238E27FC236}">
                <a16:creationId xmlns:a16="http://schemas.microsoft.com/office/drawing/2014/main" id="{526C2B63-7DBD-3340-ADAA-941FD80F8ABB}"/>
              </a:ext>
            </a:extLst>
          </p:cNvPr>
          <p:cNvSpPr>
            <a:spLocks noGrp="1" noChangeArrowheads="1"/>
          </p:cNvSpPr>
          <p:nvPr>
            <p:ph type="body" idx="1"/>
          </p:nvPr>
        </p:nvSpPr>
        <p:spPr>
          <a:xfrm>
            <a:off x="685800" y="1143000"/>
            <a:ext cx="7772400" cy="4191000"/>
          </a:xfrm>
        </p:spPr>
        <p:txBody>
          <a:bodyPr/>
          <a:lstStyle/>
          <a:p>
            <a:pPr eaLnBrk="1" hangingPunct="1"/>
            <a:r>
              <a:rPr lang="en-US" altLang="en-US"/>
              <a:t>A conditional jump instruction branches to a label when specific register or flag conditions are met</a:t>
            </a:r>
          </a:p>
          <a:p>
            <a:pPr lvl="1" eaLnBrk="1" hangingPunct="1">
              <a:buFontTx/>
              <a:buNone/>
            </a:pPr>
            <a:endParaRPr lang="en-US" altLang="en-US"/>
          </a:p>
          <a:p>
            <a:pPr eaLnBrk="1" hangingPunct="1"/>
            <a:r>
              <a:rPr lang="en-US" altLang="en-US"/>
              <a:t>Specific jumps:</a:t>
            </a:r>
          </a:p>
          <a:p>
            <a:pPr lvl="1" eaLnBrk="1" hangingPunct="1">
              <a:buFontTx/>
              <a:buNone/>
            </a:pPr>
            <a:r>
              <a:rPr lang="en-US" altLang="en-US"/>
              <a:t>JB, JC - jump to a label if the Carry flag is set</a:t>
            </a:r>
          </a:p>
          <a:p>
            <a:pPr lvl="1" eaLnBrk="1" hangingPunct="1">
              <a:buFontTx/>
              <a:buNone/>
            </a:pPr>
            <a:r>
              <a:rPr lang="en-US" altLang="en-US"/>
              <a:t>JE, JZ - jump to a label if the Zero flag is set</a:t>
            </a:r>
          </a:p>
          <a:p>
            <a:pPr lvl="1" eaLnBrk="1" hangingPunct="1">
              <a:buFontTx/>
              <a:buNone/>
            </a:pPr>
            <a:r>
              <a:rPr lang="en-US" altLang="en-US"/>
              <a:t>JS - jump to a label if the Sign flag is set</a:t>
            </a:r>
          </a:p>
          <a:p>
            <a:pPr lvl="1" eaLnBrk="1" hangingPunct="1">
              <a:buFontTx/>
              <a:buNone/>
            </a:pPr>
            <a:r>
              <a:rPr lang="en-US" altLang="en-US"/>
              <a:t>JNE, JNZ - jump to a label if the Zero flag is clear</a:t>
            </a:r>
          </a:p>
          <a:p>
            <a:pPr lvl="1" eaLnBrk="1" hangingPunct="1">
              <a:buFontTx/>
              <a:buNone/>
            </a:pPr>
            <a:r>
              <a:rPr lang="en-US" altLang="en-US"/>
              <a:t>JECXZ - jump to a label if ECX = 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Footer Placeholder 2">
            <a:extLst>
              <a:ext uri="{FF2B5EF4-FFF2-40B4-BE49-F238E27FC236}">
                <a16:creationId xmlns:a16="http://schemas.microsoft.com/office/drawing/2014/main" id="{4786A75D-C795-F94E-A902-F18CAE2822F2}"/>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38914" name="Slide Number Placeholder 3">
            <a:extLst>
              <a:ext uri="{FF2B5EF4-FFF2-40B4-BE49-F238E27FC236}">
                <a16:creationId xmlns:a16="http://schemas.microsoft.com/office/drawing/2014/main" id="{82912623-BC46-674B-90D5-F20EC24EBE7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5E2B99BA-D580-CF43-A88F-345DED5934B0}" type="slidenum">
              <a:rPr lang="en-US" altLang="en-US" sz="1600">
                <a:latin typeface="Times New Roman" panose="02020603050405020304" pitchFamily="18" charset="0"/>
              </a:rPr>
              <a:pPr>
                <a:spcBef>
                  <a:spcPct val="0"/>
                </a:spcBef>
                <a:buClrTx/>
                <a:buFontTx/>
                <a:buNone/>
              </a:pPr>
              <a:t>16</a:t>
            </a:fld>
            <a:endParaRPr lang="en-US" altLang="en-US" sz="1600">
              <a:latin typeface="Times New Roman" panose="02020603050405020304" pitchFamily="18" charset="0"/>
            </a:endParaRPr>
          </a:p>
        </p:txBody>
      </p:sp>
      <p:sp>
        <p:nvSpPr>
          <p:cNvPr id="97282" name="Rectangle 2">
            <a:extLst>
              <a:ext uri="{FF2B5EF4-FFF2-40B4-BE49-F238E27FC236}">
                <a16:creationId xmlns:a16="http://schemas.microsoft.com/office/drawing/2014/main" id="{52F67B5D-B617-5349-92B9-C2E3427CB20D}"/>
              </a:ext>
            </a:extLst>
          </p:cNvPr>
          <p:cNvSpPr>
            <a:spLocks noGrp="1" noChangeArrowheads="1"/>
          </p:cNvSpPr>
          <p:nvPr>
            <p:ph type="title"/>
          </p:nvPr>
        </p:nvSpPr>
        <p:spPr/>
        <p:txBody>
          <a:bodyPr/>
          <a:lstStyle/>
          <a:p>
            <a:pPr eaLnBrk="1" hangingPunct="1">
              <a:defRPr/>
            </a:pPr>
            <a:r>
              <a:rPr lang="en-US"/>
              <a:t>Jumps Based on Specific Flags</a:t>
            </a:r>
          </a:p>
        </p:txBody>
      </p:sp>
      <p:pic>
        <p:nvPicPr>
          <p:cNvPr id="38916" name="Picture 3">
            <a:extLst>
              <a:ext uri="{FF2B5EF4-FFF2-40B4-BE49-F238E27FC236}">
                <a16:creationId xmlns:a16="http://schemas.microsoft.com/office/drawing/2014/main" id="{FFAF59F5-1B1D-CE45-81ED-AA3BFD8A7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219200"/>
            <a:ext cx="5486400" cy="41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Footer Placeholder 2">
            <a:extLst>
              <a:ext uri="{FF2B5EF4-FFF2-40B4-BE49-F238E27FC236}">
                <a16:creationId xmlns:a16="http://schemas.microsoft.com/office/drawing/2014/main" id="{9ADBA93F-4A09-AF4F-A4D8-DD906FCBAE1C}"/>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39938" name="Slide Number Placeholder 3">
            <a:extLst>
              <a:ext uri="{FF2B5EF4-FFF2-40B4-BE49-F238E27FC236}">
                <a16:creationId xmlns:a16="http://schemas.microsoft.com/office/drawing/2014/main" id="{20C12BA5-CBB2-A34B-8BDF-16C1AB9EFCC9}"/>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463477CE-A3D6-BC46-B6AC-8580A2C7617B}" type="slidenum">
              <a:rPr lang="en-US" altLang="en-US" sz="1600">
                <a:latin typeface="Times New Roman" panose="02020603050405020304" pitchFamily="18" charset="0"/>
              </a:rPr>
              <a:pPr>
                <a:spcBef>
                  <a:spcPct val="0"/>
                </a:spcBef>
                <a:buClrTx/>
                <a:buFontTx/>
                <a:buNone/>
              </a:pPr>
              <a:t>17</a:t>
            </a:fld>
            <a:endParaRPr lang="en-US" altLang="en-US" sz="1600">
              <a:latin typeface="Times New Roman" panose="02020603050405020304" pitchFamily="18" charset="0"/>
            </a:endParaRPr>
          </a:p>
        </p:txBody>
      </p:sp>
      <p:sp>
        <p:nvSpPr>
          <p:cNvPr id="98306" name="Rectangle 2">
            <a:extLst>
              <a:ext uri="{FF2B5EF4-FFF2-40B4-BE49-F238E27FC236}">
                <a16:creationId xmlns:a16="http://schemas.microsoft.com/office/drawing/2014/main" id="{95395554-9B2F-E449-8618-EA0C8D2C6FB6}"/>
              </a:ext>
            </a:extLst>
          </p:cNvPr>
          <p:cNvSpPr>
            <a:spLocks noGrp="1" noChangeArrowheads="1"/>
          </p:cNvSpPr>
          <p:nvPr>
            <p:ph type="title"/>
          </p:nvPr>
        </p:nvSpPr>
        <p:spPr/>
        <p:txBody>
          <a:bodyPr/>
          <a:lstStyle/>
          <a:p>
            <a:pPr eaLnBrk="1" hangingPunct="1">
              <a:defRPr/>
            </a:pPr>
            <a:r>
              <a:rPr lang="en-US"/>
              <a:t>Jumps Based on Equality</a:t>
            </a:r>
          </a:p>
        </p:txBody>
      </p:sp>
      <p:pic>
        <p:nvPicPr>
          <p:cNvPr id="39940" name="Picture 4">
            <a:extLst>
              <a:ext uri="{FF2B5EF4-FFF2-40B4-BE49-F238E27FC236}">
                <a16:creationId xmlns:a16="http://schemas.microsoft.com/office/drawing/2014/main" id="{AEDCDDD9-7E16-0545-8C42-42E2B696C9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447800"/>
            <a:ext cx="4953000" cy="178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Footer Placeholder 2">
            <a:extLst>
              <a:ext uri="{FF2B5EF4-FFF2-40B4-BE49-F238E27FC236}">
                <a16:creationId xmlns:a16="http://schemas.microsoft.com/office/drawing/2014/main" id="{81590AC0-8EB4-9540-AAC4-031E56BE702A}"/>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40962" name="Slide Number Placeholder 3">
            <a:extLst>
              <a:ext uri="{FF2B5EF4-FFF2-40B4-BE49-F238E27FC236}">
                <a16:creationId xmlns:a16="http://schemas.microsoft.com/office/drawing/2014/main" id="{ABF52D4B-085C-D84A-BDD9-171C557DBEF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3A4E0F88-FA56-8248-8E08-526F3255C9C4}" type="slidenum">
              <a:rPr lang="en-US" altLang="en-US" sz="1600">
                <a:latin typeface="Times New Roman" panose="02020603050405020304" pitchFamily="18" charset="0"/>
              </a:rPr>
              <a:pPr>
                <a:spcBef>
                  <a:spcPct val="0"/>
                </a:spcBef>
                <a:buClrTx/>
                <a:buFontTx/>
                <a:buNone/>
              </a:pPr>
              <a:t>18</a:t>
            </a:fld>
            <a:endParaRPr lang="en-US" altLang="en-US" sz="1600">
              <a:latin typeface="Times New Roman" panose="02020603050405020304" pitchFamily="18" charset="0"/>
            </a:endParaRPr>
          </a:p>
        </p:txBody>
      </p:sp>
      <p:sp>
        <p:nvSpPr>
          <p:cNvPr id="99330" name="Rectangle 2">
            <a:extLst>
              <a:ext uri="{FF2B5EF4-FFF2-40B4-BE49-F238E27FC236}">
                <a16:creationId xmlns:a16="http://schemas.microsoft.com/office/drawing/2014/main" id="{327C18F2-E05F-ED46-92F1-67CC462B3E7C}"/>
              </a:ext>
            </a:extLst>
          </p:cNvPr>
          <p:cNvSpPr>
            <a:spLocks noGrp="1" noChangeArrowheads="1"/>
          </p:cNvSpPr>
          <p:nvPr>
            <p:ph type="title"/>
          </p:nvPr>
        </p:nvSpPr>
        <p:spPr/>
        <p:txBody>
          <a:bodyPr/>
          <a:lstStyle/>
          <a:p>
            <a:pPr eaLnBrk="1" hangingPunct="1">
              <a:defRPr/>
            </a:pPr>
            <a:r>
              <a:rPr lang="en-US"/>
              <a:t>Jumps Based on Unsigned Comparisons</a:t>
            </a:r>
          </a:p>
        </p:txBody>
      </p:sp>
      <p:pic>
        <p:nvPicPr>
          <p:cNvPr id="40964" name="Picture 4">
            <a:extLst>
              <a:ext uri="{FF2B5EF4-FFF2-40B4-BE49-F238E27FC236}">
                <a16:creationId xmlns:a16="http://schemas.microsoft.com/office/drawing/2014/main" id="{F78DBB61-D894-2843-A105-F8BF2016B6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524000"/>
            <a:ext cx="6705600" cy="328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Footer Placeholder 2">
            <a:extLst>
              <a:ext uri="{FF2B5EF4-FFF2-40B4-BE49-F238E27FC236}">
                <a16:creationId xmlns:a16="http://schemas.microsoft.com/office/drawing/2014/main" id="{5224BBD7-651F-014E-8944-5ABCE19786B0}"/>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41986" name="Slide Number Placeholder 3">
            <a:extLst>
              <a:ext uri="{FF2B5EF4-FFF2-40B4-BE49-F238E27FC236}">
                <a16:creationId xmlns:a16="http://schemas.microsoft.com/office/drawing/2014/main" id="{AB7149D2-676D-5E42-8F88-478DC710B29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F25CA56B-C947-2941-98E4-FF307C440DE3}" type="slidenum">
              <a:rPr lang="en-US" altLang="en-US" sz="1600">
                <a:latin typeface="Times New Roman" panose="02020603050405020304" pitchFamily="18" charset="0"/>
              </a:rPr>
              <a:pPr>
                <a:spcBef>
                  <a:spcPct val="0"/>
                </a:spcBef>
                <a:buClrTx/>
                <a:buFontTx/>
                <a:buNone/>
              </a:pPr>
              <a:t>19</a:t>
            </a:fld>
            <a:endParaRPr lang="en-US" altLang="en-US" sz="1600">
              <a:latin typeface="Times New Roman" panose="02020603050405020304" pitchFamily="18" charset="0"/>
            </a:endParaRPr>
          </a:p>
        </p:txBody>
      </p:sp>
      <p:sp>
        <p:nvSpPr>
          <p:cNvPr id="100354" name="Rectangle 2">
            <a:extLst>
              <a:ext uri="{FF2B5EF4-FFF2-40B4-BE49-F238E27FC236}">
                <a16:creationId xmlns:a16="http://schemas.microsoft.com/office/drawing/2014/main" id="{13903A41-95FC-CC47-B26B-6B5B396F27D6}"/>
              </a:ext>
            </a:extLst>
          </p:cNvPr>
          <p:cNvSpPr>
            <a:spLocks noGrp="1" noChangeArrowheads="1"/>
          </p:cNvSpPr>
          <p:nvPr>
            <p:ph type="title"/>
          </p:nvPr>
        </p:nvSpPr>
        <p:spPr/>
        <p:txBody>
          <a:bodyPr/>
          <a:lstStyle/>
          <a:p>
            <a:pPr eaLnBrk="1" hangingPunct="1">
              <a:defRPr/>
            </a:pPr>
            <a:r>
              <a:rPr lang="en-US"/>
              <a:t>Jumps Based on Signed Comparisons</a:t>
            </a:r>
          </a:p>
        </p:txBody>
      </p:sp>
      <p:pic>
        <p:nvPicPr>
          <p:cNvPr id="41988" name="Picture 4">
            <a:extLst>
              <a:ext uri="{FF2B5EF4-FFF2-40B4-BE49-F238E27FC236}">
                <a16:creationId xmlns:a16="http://schemas.microsoft.com/office/drawing/2014/main" id="{2545AD08-A56E-5549-8187-0EDDBCB747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524000"/>
            <a:ext cx="6781800" cy="331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Footer Placeholder 3">
            <a:extLst>
              <a:ext uri="{FF2B5EF4-FFF2-40B4-BE49-F238E27FC236}">
                <a16:creationId xmlns:a16="http://schemas.microsoft.com/office/drawing/2014/main" id="{A3166EF7-1B83-994F-A2D2-3EF43A6D74FA}"/>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49154" name="Slide Number Placeholder 4">
            <a:extLst>
              <a:ext uri="{FF2B5EF4-FFF2-40B4-BE49-F238E27FC236}">
                <a16:creationId xmlns:a16="http://schemas.microsoft.com/office/drawing/2014/main" id="{000A00FF-EB24-9849-B833-4FBF7A670A9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A612509E-EAE2-BB44-8E3F-35C20AE2A65D}" type="slidenum">
              <a:rPr lang="en-US" altLang="en-US" sz="1600">
                <a:latin typeface="Times New Roman" panose="02020603050405020304" pitchFamily="18" charset="0"/>
              </a:rPr>
              <a:pPr>
                <a:spcBef>
                  <a:spcPct val="0"/>
                </a:spcBef>
                <a:buClrTx/>
                <a:buFontTx/>
                <a:buNone/>
              </a:pPr>
              <a:t>20</a:t>
            </a:fld>
            <a:endParaRPr lang="en-US" altLang="en-US" sz="1600">
              <a:latin typeface="Times New Roman" panose="02020603050405020304" pitchFamily="18" charset="0"/>
            </a:endParaRPr>
          </a:p>
        </p:txBody>
      </p:sp>
      <p:sp>
        <p:nvSpPr>
          <p:cNvPr id="109570" name="Rectangle 2">
            <a:extLst>
              <a:ext uri="{FF2B5EF4-FFF2-40B4-BE49-F238E27FC236}">
                <a16:creationId xmlns:a16="http://schemas.microsoft.com/office/drawing/2014/main" id="{C7A4D224-115D-8C4B-9BA6-7D057E490E11}"/>
              </a:ext>
            </a:extLst>
          </p:cNvPr>
          <p:cNvSpPr>
            <a:spLocks noGrp="1" noChangeArrowheads="1"/>
          </p:cNvSpPr>
          <p:nvPr>
            <p:ph type="title"/>
          </p:nvPr>
        </p:nvSpPr>
        <p:spPr/>
        <p:txBody>
          <a:bodyPr/>
          <a:lstStyle/>
          <a:p>
            <a:pPr eaLnBrk="1" hangingPunct="1">
              <a:defRPr/>
            </a:pPr>
            <a:r>
              <a:rPr lang="en-US"/>
              <a:t>String Encryption Program</a:t>
            </a:r>
          </a:p>
        </p:txBody>
      </p:sp>
      <p:sp>
        <p:nvSpPr>
          <p:cNvPr id="49156" name="Rectangle 3">
            <a:extLst>
              <a:ext uri="{FF2B5EF4-FFF2-40B4-BE49-F238E27FC236}">
                <a16:creationId xmlns:a16="http://schemas.microsoft.com/office/drawing/2014/main" id="{685BD334-E824-9143-A99A-83E46F97F187}"/>
              </a:ext>
            </a:extLst>
          </p:cNvPr>
          <p:cNvSpPr>
            <a:spLocks noGrp="1" noChangeArrowheads="1"/>
          </p:cNvSpPr>
          <p:nvPr>
            <p:ph type="body" idx="1"/>
          </p:nvPr>
        </p:nvSpPr>
        <p:spPr>
          <a:xfrm>
            <a:off x="685800" y="1143000"/>
            <a:ext cx="7772400" cy="2743200"/>
          </a:xfrm>
        </p:spPr>
        <p:txBody>
          <a:bodyPr/>
          <a:lstStyle/>
          <a:p>
            <a:pPr eaLnBrk="1" hangingPunct="1"/>
            <a:r>
              <a:rPr lang="en-US" altLang="en-US"/>
              <a:t>Tasks:</a:t>
            </a:r>
          </a:p>
          <a:p>
            <a:pPr lvl="1" eaLnBrk="1" hangingPunct="1"/>
            <a:r>
              <a:rPr lang="en-US" altLang="en-US"/>
              <a:t>Input a message (string) from the user</a:t>
            </a:r>
          </a:p>
          <a:p>
            <a:pPr lvl="1" eaLnBrk="1" hangingPunct="1"/>
            <a:r>
              <a:rPr lang="en-US" altLang="en-US"/>
              <a:t>Encrypt the message</a:t>
            </a:r>
          </a:p>
          <a:p>
            <a:pPr lvl="1" eaLnBrk="1" hangingPunct="1"/>
            <a:r>
              <a:rPr lang="en-US" altLang="en-US"/>
              <a:t>Display the encrypted message</a:t>
            </a:r>
          </a:p>
          <a:p>
            <a:pPr lvl="1" eaLnBrk="1" hangingPunct="1"/>
            <a:r>
              <a:rPr lang="en-US" altLang="en-US"/>
              <a:t>Decrypt the message</a:t>
            </a:r>
          </a:p>
          <a:p>
            <a:pPr lvl="1" eaLnBrk="1" hangingPunct="1"/>
            <a:r>
              <a:rPr lang="en-US" altLang="en-US"/>
              <a:t>Display the decrypted message</a:t>
            </a:r>
          </a:p>
        </p:txBody>
      </p:sp>
      <p:sp>
        <p:nvSpPr>
          <p:cNvPr id="49157" name="Text Box 4">
            <a:extLst>
              <a:ext uri="{FF2B5EF4-FFF2-40B4-BE49-F238E27FC236}">
                <a16:creationId xmlns:a16="http://schemas.microsoft.com/office/drawing/2014/main" id="{848F2566-72E2-CF4C-9E3C-2E22E70126F8}"/>
              </a:ext>
            </a:extLst>
          </p:cNvPr>
          <p:cNvSpPr txBox="1">
            <a:spLocks noChangeArrowheads="1"/>
          </p:cNvSpPr>
          <p:nvPr/>
        </p:nvSpPr>
        <p:spPr bwMode="auto">
          <a:xfrm>
            <a:off x="457200" y="3733800"/>
            <a:ext cx="7848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View the </a:t>
            </a:r>
            <a:r>
              <a:rPr lang="en-US" altLang="en-US" sz="2100">
                <a:hlinkClick r:id="rId2"/>
              </a:rPr>
              <a:t>Encrypt.asm</a:t>
            </a:r>
            <a:r>
              <a:rPr lang="en-US" altLang="en-US" sz="2100"/>
              <a:t> program's source code. Sample output:</a:t>
            </a:r>
          </a:p>
        </p:txBody>
      </p:sp>
      <p:sp>
        <p:nvSpPr>
          <p:cNvPr id="49158" name="Rectangle 5">
            <a:extLst>
              <a:ext uri="{FF2B5EF4-FFF2-40B4-BE49-F238E27FC236}">
                <a16:creationId xmlns:a16="http://schemas.microsoft.com/office/drawing/2014/main" id="{90999C7E-9CF8-1A44-B57F-3CA3792FAD23}"/>
              </a:ext>
            </a:extLst>
          </p:cNvPr>
          <p:cNvSpPr>
            <a:spLocks noChangeArrowheads="1"/>
          </p:cNvSpPr>
          <p:nvPr/>
        </p:nvSpPr>
        <p:spPr bwMode="auto">
          <a:xfrm>
            <a:off x="1447800" y="4495800"/>
            <a:ext cx="5486400" cy="1319213"/>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700" b="1">
                <a:latin typeface="Courier New" panose="02070309020205020404" pitchFamily="49" charset="0"/>
              </a:rPr>
              <a:t>Enter the plain text:</a:t>
            </a:r>
            <a:r>
              <a:rPr lang="en-US" altLang="en-US" sz="1700" b="1">
                <a:solidFill>
                  <a:schemeClr val="tx2"/>
                </a:solidFill>
                <a:latin typeface="Courier New" panose="02070309020205020404" pitchFamily="49" charset="0"/>
              </a:rPr>
              <a:t> Attack at dawn.</a:t>
            </a:r>
          </a:p>
          <a:p>
            <a:pPr eaLnBrk="1" hangingPunct="1">
              <a:spcBef>
                <a:spcPct val="50000"/>
              </a:spcBef>
              <a:buClrTx/>
              <a:buFontTx/>
              <a:buNone/>
            </a:pPr>
            <a:r>
              <a:rPr lang="en-US" altLang="en-US" sz="1700" b="1">
                <a:latin typeface="Courier New" panose="02070309020205020404" pitchFamily="49" charset="0"/>
              </a:rPr>
              <a:t>Cipher text:</a:t>
            </a:r>
            <a:r>
              <a:rPr lang="en-US" altLang="en-US" sz="1700" b="1">
                <a:solidFill>
                  <a:schemeClr val="tx2"/>
                </a:solidFill>
                <a:latin typeface="Courier New" panose="02070309020205020404" pitchFamily="49" charset="0"/>
              </a:rPr>
              <a:t> </a:t>
            </a:r>
            <a:r>
              <a:rPr lang="en-US" altLang="en-US" sz="1700" b="1">
                <a:latin typeface="Courier New" panose="02070309020205020404" pitchFamily="49" charset="0"/>
              </a:rPr>
              <a:t>«¢¢Äîä-Ä¢-ïÄÿü-Gs</a:t>
            </a:r>
          </a:p>
          <a:p>
            <a:pPr eaLnBrk="1" hangingPunct="1">
              <a:spcBef>
                <a:spcPct val="50000"/>
              </a:spcBef>
              <a:buClrTx/>
              <a:buFontTx/>
              <a:buNone/>
            </a:pPr>
            <a:r>
              <a:rPr lang="en-US" altLang="en-US" sz="1700" b="1">
                <a:latin typeface="Courier New" panose="02070309020205020404" pitchFamily="49" charset="0"/>
              </a:rPr>
              <a:t>Decrypted: Attack at dawn.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oter Placeholder 2">
            <a:extLst>
              <a:ext uri="{FF2B5EF4-FFF2-40B4-BE49-F238E27FC236}">
                <a16:creationId xmlns:a16="http://schemas.microsoft.com/office/drawing/2014/main" id="{7EC29D6C-69EF-B34E-9977-B512B641EC79}"/>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50178" name="Slide Number Placeholder 3">
            <a:extLst>
              <a:ext uri="{FF2B5EF4-FFF2-40B4-BE49-F238E27FC236}">
                <a16:creationId xmlns:a16="http://schemas.microsoft.com/office/drawing/2014/main" id="{5EF07AF4-1561-A940-9B37-C33E8782CAF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91564A23-3244-DF42-9D08-7EA97D163EAB}" type="slidenum">
              <a:rPr lang="en-US" altLang="en-US" sz="1600">
                <a:latin typeface="Times New Roman" panose="02020603050405020304" pitchFamily="18" charset="0"/>
              </a:rPr>
              <a:pPr>
                <a:spcBef>
                  <a:spcPct val="0"/>
                </a:spcBef>
                <a:buClrTx/>
                <a:buFontTx/>
                <a:buNone/>
              </a:pPr>
              <a:t>21</a:t>
            </a:fld>
            <a:endParaRPr lang="en-US" altLang="en-US" sz="1600">
              <a:latin typeface="Times New Roman" panose="02020603050405020304" pitchFamily="18" charset="0"/>
            </a:endParaRPr>
          </a:p>
        </p:txBody>
      </p:sp>
      <p:sp>
        <p:nvSpPr>
          <p:cNvPr id="83970" name="Rectangle 2">
            <a:extLst>
              <a:ext uri="{FF2B5EF4-FFF2-40B4-BE49-F238E27FC236}">
                <a16:creationId xmlns:a16="http://schemas.microsoft.com/office/drawing/2014/main" id="{FEF0789D-431A-C943-9D55-AFD519E18F3A}"/>
              </a:ext>
            </a:extLst>
          </p:cNvPr>
          <p:cNvSpPr>
            <a:spLocks noGrp="1" noChangeArrowheads="1"/>
          </p:cNvSpPr>
          <p:nvPr>
            <p:ph type="title"/>
          </p:nvPr>
        </p:nvSpPr>
        <p:spPr/>
        <p:txBody>
          <a:bodyPr/>
          <a:lstStyle/>
          <a:p>
            <a:pPr eaLnBrk="1" hangingPunct="1">
              <a:defRPr/>
            </a:pPr>
            <a:r>
              <a:rPr lang="en-US"/>
              <a:t>Encrypting a String</a:t>
            </a:r>
          </a:p>
        </p:txBody>
      </p:sp>
      <p:sp>
        <p:nvSpPr>
          <p:cNvPr id="50180" name="Text Box 3">
            <a:extLst>
              <a:ext uri="{FF2B5EF4-FFF2-40B4-BE49-F238E27FC236}">
                <a16:creationId xmlns:a16="http://schemas.microsoft.com/office/drawing/2014/main" id="{94D5161B-C255-0B49-AFE6-19980738F032}"/>
              </a:ext>
            </a:extLst>
          </p:cNvPr>
          <p:cNvSpPr txBox="1">
            <a:spLocks noChangeArrowheads="1"/>
          </p:cNvSpPr>
          <p:nvPr/>
        </p:nvSpPr>
        <p:spPr bwMode="auto">
          <a:xfrm>
            <a:off x="762000" y="2133600"/>
            <a:ext cx="76962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KEY = 239	; can be any byte value</a:t>
            </a:r>
          </a:p>
          <a:p>
            <a:pPr eaLnBrk="1" hangingPunct="1">
              <a:lnSpc>
                <a:spcPct val="50000"/>
              </a:lnSpc>
              <a:spcBef>
                <a:spcPct val="50000"/>
              </a:spcBef>
              <a:buClrTx/>
              <a:buFontTx/>
              <a:buNone/>
            </a:pPr>
            <a:r>
              <a:rPr lang="en-US" altLang="en-US" sz="1800" b="1">
                <a:latin typeface="Courier New" panose="02070309020205020404" pitchFamily="49" charset="0"/>
              </a:rPr>
              <a:t>BUFMAX = 128</a:t>
            </a:r>
          </a:p>
          <a:p>
            <a:pPr eaLnBrk="1" hangingPunct="1">
              <a:lnSpc>
                <a:spcPct val="50000"/>
              </a:lnSpc>
              <a:spcBef>
                <a:spcPct val="50000"/>
              </a:spcBef>
              <a:buClrTx/>
              <a:buFontTx/>
              <a:buNone/>
            </a:pPr>
            <a:r>
              <a:rPr lang="en-US" altLang="en-US" sz="1800" b="1">
                <a:latin typeface="Courier New" panose="02070309020205020404" pitchFamily="49" charset="0"/>
              </a:rPr>
              <a:t>.data</a:t>
            </a:r>
          </a:p>
          <a:p>
            <a:pPr eaLnBrk="1" hangingPunct="1">
              <a:lnSpc>
                <a:spcPct val="50000"/>
              </a:lnSpc>
              <a:spcBef>
                <a:spcPct val="50000"/>
              </a:spcBef>
              <a:buClrTx/>
              <a:buFontTx/>
              <a:buNone/>
            </a:pPr>
            <a:r>
              <a:rPr lang="en-US" altLang="en-US" sz="1800" b="1">
                <a:latin typeface="Courier New" panose="02070309020205020404" pitchFamily="49" charset="0"/>
              </a:rPr>
              <a:t>buffer  BYTE BUFMAX+1 DUP(0)</a:t>
            </a:r>
          </a:p>
          <a:p>
            <a:pPr eaLnBrk="1" hangingPunct="1">
              <a:lnSpc>
                <a:spcPct val="50000"/>
              </a:lnSpc>
              <a:spcBef>
                <a:spcPct val="50000"/>
              </a:spcBef>
              <a:buClrTx/>
              <a:buFontTx/>
              <a:buNone/>
            </a:pPr>
            <a:r>
              <a:rPr lang="en-US" altLang="en-US" sz="1800" b="1">
                <a:latin typeface="Courier New" panose="02070309020205020404" pitchFamily="49" charset="0"/>
              </a:rPr>
              <a:t>bufSize DWORD BUFMAX </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sz="1800" b="1">
                <a:latin typeface="Courier New" panose="02070309020205020404" pitchFamily="49" charset="0"/>
              </a:rPr>
              <a:t>.code</a:t>
            </a:r>
          </a:p>
          <a:p>
            <a:pPr lvl="1" eaLnBrk="1" hangingPunct="1">
              <a:lnSpc>
                <a:spcPct val="50000"/>
              </a:lnSpc>
              <a:spcBef>
                <a:spcPct val="50000"/>
              </a:spcBef>
              <a:buClrTx/>
              <a:buFontTx/>
              <a:buNone/>
            </a:pPr>
            <a:r>
              <a:rPr lang="en-US" altLang="en-US" sz="1800" b="1">
                <a:latin typeface="Courier New" panose="02070309020205020404" pitchFamily="49" charset="0"/>
              </a:rPr>
              <a:t>1: mov ecx,bufSize	; loop counter</a:t>
            </a:r>
          </a:p>
          <a:p>
            <a:pPr lvl="1" eaLnBrk="1" hangingPunct="1">
              <a:lnSpc>
                <a:spcPct val="50000"/>
              </a:lnSpc>
              <a:spcBef>
                <a:spcPct val="50000"/>
              </a:spcBef>
              <a:buClrTx/>
              <a:buFontTx/>
              <a:buNone/>
            </a:pPr>
            <a:r>
              <a:rPr lang="en-US" altLang="en-US" sz="1800" b="1">
                <a:latin typeface="Courier New" panose="02070309020205020404" pitchFamily="49" charset="0"/>
              </a:rPr>
              <a:t>2: mov esi,0	; index 0 in buffer</a:t>
            </a:r>
          </a:p>
          <a:p>
            <a:pPr eaLnBrk="1" hangingPunct="1">
              <a:lnSpc>
                <a:spcPct val="50000"/>
              </a:lnSpc>
              <a:spcBef>
                <a:spcPct val="50000"/>
              </a:spcBef>
              <a:buClrTx/>
              <a:buFontTx/>
              <a:buNone/>
            </a:pPr>
            <a:r>
              <a:rPr lang="en-US" altLang="en-US" sz="1800" b="1">
                <a:latin typeface="Courier New" panose="02070309020205020404" pitchFamily="49" charset="0"/>
              </a:rPr>
              <a:t>L1:</a:t>
            </a:r>
          </a:p>
          <a:p>
            <a:pPr lvl="1" eaLnBrk="1" hangingPunct="1">
              <a:lnSpc>
                <a:spcPct val="50000"/>
              </a:lnSpc>
              <a:spcBef>
                <a:spcPct val="50000"/>
              </a:spcBef>
              <a:buClrTx/>
              <a:buFontTx/>
              <a:buNone/>
            </a:pPr>
            <a:r>
              <a:rPr lang="en-US" altLang="en-US" sz="1800" b="1">
                <a:latin typeface="Courier New" panose="02070309020205020404" pitchFamily="49" charset="0"/>
              </a:rPr>
              <a:t>xor buffer[esi],KEY	; translate a byte</a:t>
            </a:r>
          </a:p>
          <a:p>
            <a:pPr lvl="1" eaLnBrk="1" hangingPunct="1">
              <a:lnSpc>
                <a:spcPct val="50000"/>
              </a:lnSpc>
              <a:spcBef>
                <a:spcPct val="50000"/>
              </a:spcBef>
              <a:buClrTx/>
              <a:buFontTx/>
              <a:buNone/>
            </a:pPr>
            <a:r>
              <a:rPr lang="en-US" altLang="en-US" sz="1800" b="1">
                <a:latin typeface="Courier New" panose="02070309020205020404" pitchFamily="49" charset="0"/>
              </a:rPr>
              <a:t>inc esi	; point to next byte</a:t>
            </a:r>
          </a:p>
          <a:p>
            <a:pPr lvl="1" eaLnBrk="1" hangingPunct="1">
              <a:lnSpc>
                <a:spcPct val="50000"/>
              </a:lnSpc>
              <a:spcBef>
                <a:spcPct val="50000"/>
              </a:spcBef>
              <a:buClrTx/>
              <a:buFontTx/>
              <a:buNone/>
            </a:pPr>
            <a:r>
              <a:rPr lang="en-US" altLang="en-US" sz="1800" b="1">
                <a:latin typeface="Courier New" panose="02070309020205020404" pitchFamily="49" charset="0"/>
              </a:rPr>
              <a:t>loop L1</a:t>
            </a:r>
          </a:p>
        </p:txBody>
      </p:sp>
      <p:sp>
        <p:nvSpPr>
          <p:cNvPr id="50181" name="Text Box 4">
            <a:extLst>
              <a:ext uri="{FF2B5EF4-FFF2-40B4-BE49-F238E27FC236}">
                <a16:creationId xmlns:a16="http://schemas.microsoft.com/office/drawing/2014/main" id="{57D530E6-5A04-DE40-AA9B-8C3E2158B913}"/>
              </a:ext>
            </a:extLst>
          </p:cNvPr>
          <p:cNvSpPr txBox="1">
            <a:spLocks noChangeArrowheads="1"/>
          </p:cNvSpPr>
          <p:nvPr/>
        </p:nvSpPr>
        <p:spPr bwMode="auto">
          <a:xfrm>
            <a:off x="685800" y="1066800"/>
            <a:ext cx="769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The following loop uses the XOR instruction to transform every character in a string into a new value.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oter Placeholder 2">
            <a:extLst>
              <a:ext uri="{FF2B5EF4-FFF2-40B4-BE49-F238E27FC236}">
                <a16:creationId xmlns:a16="http://schemas.microsoft.com/office/drawing/2014/main" id="{7EC29D6C-69EF-B34E-9977-B512B641EC79}"/>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50178" name="Slide Number Placeholder 3">
            <a:extLst>
              <a:ext uri="{FF2B5EF4-FFF2-40B4-BE49-F238E27FC236}">
                <a16:creationId xmlns:a16="http://schemas.microsoft.com/office/drawing/2014/main" id="{5EF07AF4-1561-A940-9B37-C33E8782CAF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91564A23-3244-DF42-9D08-7EA97D163EAB}" type="slidenum">
              <a:rPr lang="en-US" altLang="en-US" sz="1600">
                <a:latin typeface="Times New Roman" panose="02020603050405020304" pitchFamily="18" charset="0"/>
              </a:rPr>
              <a:pPr>
                <a:spcBef>
                  <a:spcPct val="0"/>
                </a:spcBef>
                <a:buClrTx/>
                <a:buFontTx/>
                <a:buNone/>
              </a:pPr>
              <a:t>22</a:t>
            </a:fld>
            <a:endParaRPr lang="en-US" altLang="en-US" sz="1600">
              <a:latin typeface="Times New Roman" panose="02020603050405020304" pitchFamily="18" charset="0"/>
            </a:endParaRPr>
          </a:p>
        </p:txBody>
      </p:sp>
      <p:sp>
        <p:nvSpPr>
          <p:cNvPr id="83970" name="Rectangle 2">
            <a:extLst>
              <a:ext uri="{FF2B5EF4-FFF2-40B4-BE49-F238E27FC236}">
                <a16:creationId xmlns:a16="http://schemas.microsoft.com/office/drawing/2014/main" id="{FEF0789D-431A-C943-9D55-AFD519E18F3A}"/>
              </a:ext>
            </a:extLst>
          </p:cNvPr>
          <p:cNvSpPr>
            <a:spLocks noGrp="1" noChangeArrowheads="1"/>
          </p:cNvSpPr>
          <p:nvPr>
            <p:ph type="title"/>
          </p:nvPr>
        </p:nvSpPr>
        <p:spPr/>
        <p:txBody>
          <a:bodyPr/>
          <a:lstStyle/>
          <a:p>
            <a:pPr eaLnBrk="1" hangingPunct="1">
              <a:defRPr/>
            </a:pPr>
            <a:r>
              <a:rPr lang="en-US"/>
              <a:t>Encrypting a String</a:t>
            </a:r>
          </a:p>
        </p:txBody>
      </p:sp>
      <p:sp>
        <p:nvSpPr>
          <p:cNvPr id="50180" name="Text Box 3">
            <a:extLst>
              <a:ext uri="{FF2B5EF4-FFF2-40B4-BE49-F238E27FC236}">
                <a16:creationId xmlns:a16="http://schemas.microsoft.com/office/drawing/2014/main" id="{94D5161B-C255-0B49-AFE6-19980738F032}"/>
              </a:ext>
            </a:extLst>
          </p:cNvPr>
          <p:cNvSpPr txBox="1">
            <a:spLocks noChangeArrowheads="1"/>
          </p:cNvSpPr>
          <p:nvPr/>
        </p:nvSpPr>
        <p:spPr bwMode="auto">
          <a:xfrm>
            <a:off x="762000" y="2133600"/>
            <a:ext cx="76962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a:spcBef>
                <a:spcPct val="20000"/>
              </a:spcBef>
              <a:buClr>
                <a:schemeClr val="tx1"/>
              </a:buClr>
              <a:buChar char="•"/>
              <a:tabLst>
                <a:tab pos="457200" algn="l"/>
                <a:tab pos="3657600" algn="l"/>
                <a:tab pos="4114800" algn="l"/>
              </a:tabLst>
              <a:defRPr sz="2400">
                <a:solidFill>
                  <a:schemeClr val="tx1"/>
                </a:solidFill>
                <a:latin typeface="Arial" panose="020B0604020202020204" pitchFamily="34" charset="0"/>
              </a:defRPr>
            </a:lvl1pPr>
            <a:lvl2pPr>
              <a:spcBef>
                <a:spcPct val="20000"/>
              </a:spcBef>
              <a:buClr>
                <a:schemeClr val="tx1"/>
              </a:buClr>
              <a:buChar char="•"/>
              <a:tabLst>
                <a:tab pos="457200" algn="l"/>
                <a:tab pos="3657600" algn="l"/>
                <a:tab pos="4114800" algn="l"/>
              </a:tabLst>
              <a:defRPr sz="2200">
                <a:solidFill>
                  <a:schemeClr val="tx1"/>
                </a:solidFill>
                <a:latin typeface="Arial" panose="020B0604020202020204" pitchFamily="34" charset="0"/>
              </a:defRPr>
            </a:lvl2pPr>
            <a:lvl3pPr marL="1143000" indent="-228600">
              <a:spcBef>
                <a:spcPct val="20000"/>
              </a:spcBef>
              <a:buClr>
                <a:schemeClr val="tx1"/>
              </a:buClr>
              <a:tabLst>
                <a:tab pos="457200" algn="l"/>
                <a:tab pos="3657600" algn="l"/>
                <a:tab pos="4114800" algn="l"/>
              </a:tabLst>
              <a:defRPr b="1">
                <a:solidFill>
                  <a:schemeClr val="tx1"/>
                </a:solidFill>
                <a:latin typeface="Courier New" panose="02070309020205020404" pitchFamily="49" charset="0"/>
              </a:defRPr>
            </a:lvl3pPr>
            <a:lvl4pPr marL="1600200" indent="-228600">
              <a:spcBef>
                <a:spcPct val="20000"/>
              </a:spcBef>
              <a:buClr>
                <a:schemeClr val="tx1"/>
              </a:buClr>
              <a:buChar char="–"/>
              <a:tabLst>
                <a:tab pos="457200" algn="l"/>
                <a:tab pos="3657600" algn="l"/>
                <a:tab pos="4114800" algn="l"/>
              </a:tabLst>
              <a:defRPr sz="2000">
                <a:solidFill>
                  <a:schemeClr val="tx1"/>
                </a:solidFill>
                <a:latin typeface="Times New Roman" panose="02020603050405020304" pitchFamily="18" charset="0"/>
              </a:defRPr>
            </a:lvl4pPr>
            <a:lvl5pPr marL="2057400" indent="-228600">
              <a:spcBef>
                <a:spcPct val="20000"/>
              </a:spcBef>
              <a:buClr>
                <a:schemeClr val="accent1"/>
              </a:buClr>
              <a:buChar char="•"/>
              <a:tabLst>
                <a:tab pos="457200" algn="l"/>
                <a:tab pos="36576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36576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dirty="0">
                <a:latin typeface="Courier New" panose="02070309020205020404" pitchFamily="49" charset="0"/>
              </a:rPr>
              <a:t>KEY = 239	; can be any byte value</a:t>
            </a:r>
          </a:p>
          <a:p>
            <a:pPr eaLnBrk="1" hangingPunct="1">
              <a:lnSpc>
                <a:spcPct val="50000"/>
              </a:lnSpc>
              <a:spcBef>
                <a:spcPct val="50000"/>
              </a:spcBef>
              <a:buClrTx/>
              <a:buFontTx/>
              <a:buNone/>
            </a:pPr>
            <a:r>
              <a:rPr lang="en-US" altLang="en-US" sz="1800" b="1" dirty="0">
                <a:latin typeface="Courier New" panose="02070309020205020404" pitchFamily="49" charset="0"/>
              </a:rPr>
              <a:t>.data</a:t>
            </a:r>
          </a:p>
          <a:p>
            <a:pPr eaLnBrk="1" hangingPunct="1">
              <a:lnSpc>
                <a:spcPct val="50000"/>
              </a:lnSpc>
              <a:spcBef>
                <a:spcPct val="50000"/>
              </a:spcBef>
              <a:buClrTx/>
              <a:buFontTx/>
              <a:buNone/>
            </a:pPr>
            <a:r>
              <a:rPr lang="en-US" altLang="en-US" sz="1800" b="1" dirty="0">
                <a:latin typeface="Courier New" panose="02070309020205020404" pitchFamily="49" charset="0"/>
              </a:rPr>
              <a:t>buffer  BYTE “Attack at Dawn” 0x0</a:t>
            </a:r>
          </a:p>
          <a:p>
            <a:pPr eaLnBrk="1" hangingPunct="1">
              <a:lnSpc>
                <a:spcPct val="50000"/>
              </a:lnSpc>
              <a:spcBef>
                <a:spcPct val="50000"/>
              </a:spcBef>
              <a:buClrTx/>
              <a:buFontTx/>
              <a:buNone/>
            </a:pPr>
            <a:endParaRPr lang="en-US" altLang="en-US" sz="1800" b="1" dirty="0">
              <a:latin typeface="Courier New" panose="02070309020205020404" pitchFamily="49" charset="0"/>
            </a:endParaRPr>
          </a:p>
          <a:p>
            <a:pPr eaLnBrk="1" hangingPunct="1">
              <a:lnSpc>
                <a:spcPct val="50000"/>
              </a:lnSpc>
              <a:spcBef>
                <a:spcPct val="50000"/>
              </a:spcBef>
              <a:buClrTx/>
              <a:buFontTx/>
              <a:buNone/>
            </a:pPr>
            <a:r>
              <a:rPr lang="en-US" altLang="en-US" sz="1800" b="1" dirty="0">
                <a:latin typeface="Courier New" panose="02070309020205020404" pitchFamily="49" charset="0"/>
              </a:rPr>
              <a:t>.code</a:t>
            </a:r>
          </a:p>
          <a:p>
            <a:pPr lvl="1" eaLnBrk="1" hangingPunct="1">
              <a:lnSpc>
                <a:spcPct val="50000"/>
              </a:lnSpc>
              <a:spcBef>
                <a:spcPct val="50000"/>
              </a:spcBef>
              <a:buClrTx/>
              <a:buFontTx/>
              <a:buNone/>
            </a:pPr>
            <a:r>
              <a:rPr lang="en-US" altLang="en-US" sz="1800" b="1" dirty="0">
                <a:latin typeface="Courier New" panose="02070309020205020404" pitchFamily="49" charset="0"/>
              </a:rPr>
              <a:t>1: mov </a:t>
            </a:r>
            <a:r>
              <a:rPr lang="en-US" altLang="en-US" sz="1800" b="1" dirty="0" err="1">
                <a:latin typeface="Courier New" panose="02070309020205020404" pitchFamily="49" charset="0"/>
              </a:rPr>
              <a:t>ecx,size</a:t>
            </a:r>
            <a:r>
              <a:rPr lang="en-US" altLang="en-US" sz="1800" b="1" dirty="0">
                <a:latin typeface="Courier New" panose="02070309020205020404" pitchFamily="49" charset="0"/>
              </a:rPr>
              <a:t> of buffer	; loop counter</a:t>
            </a:r>
          </a:p>
          <a:p>
            <a:pPr lvl="1" eaLnBrk="1" hangingPunct="1">
              <a:lnSpc>
                <a:spcPct val="50000"/>
              </a:lnSpc>
              <a:spcBef>
                <a:spcPct val="50000"/>
              </a:spcBef>
              <a:buClrTx/>
              <a:buFontTx/>
              <a:buNone/>
            </a:pPr>
            <a:endParaRPr lang="en-US" altLang="en-US" sz="1800" b="1" dirty="0">
              <a:latin typeface="Courier New" panose="02070309020205020404" pitchFamily="49" charset="0"/>
            </a:endParaRPr>
          </a:p>
          <a:p>
            <a:pPr lvl="1" eaLnBrk="1" hangingPunct="1">
              <a:lnSpc>
                <a:spcPct val="50000"/>
              </a:lnSpc>
              <a:spcBef>
                <a:spcPct val="50000"/>
              </a:spcBef>
              <a:buClrTx/>
              <a:buFontTx/>
              <a:buNone/>
            </a:pPr>
            <a:r>
              <a:rPr lang="en-US" altLang="en-US" sz="1800" b="1" dirty="0">
                <a:latin typeface="Courier New" panose="02070309020205020404" pitchFamily="49" charset="0"/>
              </a:rPr>
              <a:t>2: mov esi,0	; index 0 in buffer</a:t>
            </a:r>
          </a:p>
          <a:p>
            <a:pPr eaLnBrk="1" hangingPunct="1">
              <a:lnSpc>
                <a:spcPct val="50000"/>
              </a:lnSpc>
              <a:spcBef>
                <a:spcPct val="50000"/>
              </a:spcBef>
              <a:buClrTx/>
              <a:buFontTx/>
              <a:buNone/>
            </a:pPr>
            <a:r>
              <a:rPr lang="en-US" altLang="en-US" sz="1800" b="1" dirty="0">
                <a:latin typeface="Courier New" panose="02070309020205020404" pitchFamily="49" charset="0"/>
              </a:rPr>
              <a:t>L1:</a:t>
            </a:r>
          </a:p>
          <a:p>
            <a:pPr lvl="1" eaLnBrk="1" hangingPunct="1">
              <a:lnSpc>
                <a:spcPct val="50000"/>
              </a:lnSpc>
              <a:spcBef>
                <a:spcPct val="50000"/>
              </a:spcBef>
              <a:buClrTx/>
              <a:buFontTx/>
              <a:buNone/>
            </a:pPr>
            <a:r>
              <a:rPr lang="en-US" altLang="en-US" sz="1800" b="1" dirty="0">
                <a:latin typeface="Courier New" panose="02070309020205020404" pitchFamily="49" charset="0"/>
              </a:rPr>
              <a:t>3: </a:t>
            </a:r>
            <a:r>
              <a:rPr lang="en-US" altLang="en-US" sz="1800" b="1" dirty="0" err="1">
                <a:latin typeface="Courier New" panose="02070309020205020404" pitchFamily="49" charset="0"/>
              </a:rPr>
              <a:t>xor</a:t>
            </a:r>
            <a:r>
              <a:rPr lang="en-US" altLang="en-US" sz="1800" b="1" dirty="0">
                <a:latin typeface="Courier New" panose="02070309020205020404" pitchFamily="49" charset="0"/>
              </a:rPr>
              <a:t> buffer[</a:t>
            </a:r>
            <a:r>
              <a:rPr lang="en-US" altLang="en-US" sz="1800" b="1" dirty="0" err="1">
                <a:latin typeface="Courier New" panose="02070309020205020404" pitchFamily="49" charset="0"/>
              </a:rPr>
              <a:t>esi</a:t>
            </a:r>
            <a:r>
              <a:rPr lang="en-US" altLang="en-US" sz="1800" b="1" dirty="0">
                <a:latin typeface="Courier New" panose="02070309020205020404" pitchFamily="49" charset="0"/>
              </a:rPr>
              <a:t>],KEY	; translate a byte</a:t>
            </a:r>
          </a:p>
          <a:p>
            <a:pPr lvl="1" eaLnBrk="1" hangingPunct="1">
              <a:lnSpc>
                <a:spcPct val="50000"/>
              </a:lnSpc>
              <a:spcBef>
                <a:spcPct val="50000"/>
              </a:spcBef>
              <a:buClrTx/>
              <a:buFontTx/>
              <a:buNone/>
            </a:pPr>
            <a:r>
              <a:rPr lang="en-US" altLang="en-US" sz="1800" b="1" dirty="0">
                <a:latin typeface="Courier New" panose="02070309020205020404" pitchFamily="49" charset="0"/>
              </a:rPr>
              <a:t>4: </a:t>
            </a:r>
            <a:r>
              <a:rPr lang="en-US" altLang="en-US" sz="1800" b="1" dirty="0" err="1">
                <a:latin typeface="Courier New" panose="02070309020205020404" pitchFamily="49" charset="0"/>
              </a:rPr>
              <a:t>inc</a:t>
            </a:r>
            <a:r>
              <a:rPr lang="en-US" altLang="en-US" sz="1800" b="1" dirty="0">
                <a:latin typeface="Courier New" panose="02070309020205020404" pitchFamily="49" charset="0"/>
              </a:rPr>
              <a:t> </a:t>
            </a:r>
            <a:r>
              <a:rPr lang="en-US" altLang="en-US" sz="1800" b="1" dirty="0" err="1">
                <a:latin typeface="Courier New" panose="02070309020205020404" pitchFamily="49" charset="0"/>
              </a:rPr>
              <a:t>esi</a:t>
            </a:r>
            <a:r>
              <a:rPr lang="en-US" altLang="en-US" sz="1800" b="1" dirty="0">
                <a:latin typeface="Courier New" panose="02070309020205020404" pitchFamily="49" charset="0"/>
              </a:rPr>
              <a:t>	; point to next byte</a:t>
            </a:r>
          </a:p>
          <a:p>
            <a:pPr lvl="1" eaLnBrk="1" hangingPunct="1">
              <a:lnSpc>
                <a:spcPct val="50000"/>
              </a:lnSpc>
              <a:spcBef>
                <a:spcPct val="50000"/>
              </a:spcBef>
              <a:buClrTx/>
              <a:buFontTx/>
              <a:buNone/>
            </a:pPr>
            <a:r>
              <a:rPr lang="en-US" altLang="en-US" sz="1800" b="1" dirty="0">
                <a:latin typeface="Courier New" panose="02070309020205020404" pitchFamily="49" charset="0"/>
              </a:rPr>
              <a:t>5: loop L1</a:t>
            </a:r>
          </a:p>
        </p:txBody>
      </p:sp>
      <p:sp>
        <p:nvSpPr>
          <p:cNvPr id="50181" name="Text Box 4">
            <a:extLst>
              <a:ext uri="{FF2B5EF4-FFF2-40B4-BE49-F238E27FC236}">
                <a16:creationId xmlns:a16="http://schemas.microsoft.com/office/drawing/2014/main" id="{57D530E6-5A04-DE40-AA9B-8C3E2158B913}"/>
              </a:ext>
            </a:extLst>
          </p:cNvPr>
          <p:cNvSpPr txBox="1">
            <a:spLocks noChangeArrowheads="1"/>
          </p:cNvSpPr>
          <p:nvPr/>
        </p:nvSpPr>
        <p:spPr bwMode="auto">
          <a:xfrm>
            <a:off x="685800" y="1066800"/>
            <a:ext cx="769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The following loop uses the XOR instruction to transform every character in a string into a new value.</a:t>
            </a:r>
          </a:p>
        </p:txBody>
      </p:sp>
    </p:spTree>
    <p:extLst>
      <p:ext uri="{BB962C8B-B14F-4D97-AF65-F5344CB8AC3E}">
        <p14:creationId xmlns:p14="http://schemas.microsoft.com/office/powerpoint/2010/main" val="3720773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Footer Placeholder 3">
            <a:extLst>
              <a:ext uri="{FF2B5EF4-FFF2-40B4-BE49-F238E27FC236}">
                <a16:creationId xmlns:a16="http://schemas.microsoft.com/office/drawing/2014/main" id="{22210DA1-0279-6A4A-90CB-4EA8C29169C8}"/>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51202" name="Slide Number Placeholder 4">
            <a:extLst>
              <a:ext uri="{FF2B5EF4-FFF2-40B4-BE49-F238E27FC236}">
                <a16:creationId xmlns:a16="http://schemas.microsoft.com/office/drawing/2014/main" id="{25FEEE64-75D2-7D41-8E49-3D2B38D5B35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D5857DBE-1C30-4740-8439-CE8EB391189B}" type="slidenum">
              <a:rPr lang="en-US" altLang="en-US" sz="1600">
                <a:latin typeface="Times New Roman" panose="02020603050405020304" pitchFamily="18" charset="0"/>
              </a:rPr>
              <a:pPr>
                <a:spcBef>
                  <a:spcPct val="0"/>
                </a:spcBef>
                <a:buClrTx/>
                <a:buFontTx/>
                <a:buNone/>
              </a:pPr>
              <a:t>23</a:t>
            </a:fld>
            <a:endParaRPr lang="en-US" altLang="en-US" sz="1600">
              <a:latin typeface="Times New Roman" panose="02020603050405020304" pitchFamily="18" charset="0"/>
            </a:endParaRPr>
          </a:p>
        </p:txBody>
      </p:sp>
      <p:sp>
        <p:nvSpPr>
          <p:cNvPr id="110594" name="Rectangle 2">
            <a:extLst>
              <a:ext uri="{FF2B5EF4-FFF2-40B4-BE49-F238E27FC236}">
                <a16:creationId xmlns:a16="http://schemas.microsoft.com/office/drawing/2014/main" id="{3DACC736-A92D-574D-91D3-C00C4C79F3FB}"/>
              </a:ext>
            </a:extLst>
          </p:cNvPr>
          <p:cNvSpPr>
            <a:spLocks noGrp="1" noChangeArrowheads="1"/>
          </p:cNvSpPr>
          <p:nvPr>
            <p:ph type="title"/>
          </p:nvPr>
        </p:nvSpPr>
        <p:spPr/>
        <p:txBody>
          <a:bodyPr/>
          <a:lstStyle/>
          <a:p>
            <a:pPr eaLnBrk="1" hangingPunct="1">
              <a:defRPr/>
            </a:pPr>
            <a:r>
              <a:rPr lang="en-US"/>
              <a:t>BT (Bit Test) Instruction</a:t>
            </a:r>
          </a:p>
        </p:txBody>
      </p:sp>
      <p:sp>
        <p:nvSpPr>
          <p:cNvPr id="51204" name="Rectangle 3">
            <a:extLst>
              <a:ext uri="{FF2B5EF4-FFF2-40B4-BE49-F238E27FC236}">
                <a16:creationId xmlns:a16="http://schemas.microsoft.com/office/drawing/2014/main" id="{8C831E3A-4D46-EF44-BF86-2050B4B64089}"/>
              </a:ext>
            </a:extLst>
          </p:cNvPr>
          <p:cNvSpPr>
            <a:spLocks noGrp="1" noChangeArrowheads="1"/>
          </p:cNvSpPr>
          <p:nvPr>
            <p:ph type="body" idx="1"/>
          </p:nvPr>
        </p:nvSpPr>
        <p:spPr>
          <a:xfrm>
            <a:off x="685800" y="1143000"/>
            <a:ext cx="7848600" cy="2895600"/>
          </a:xfrm>
        </p:spPr>
        <p:txBody>
          <a:bodyPr/>
          <a:lstStyle/>
          <a:p>
            <a:pPr eaLnBrk="1" hangingPunct="1">
              <a:lnSpc>
                <a:spcPct val="110000"/>
              </a:lnSpc>
            </a:pPr>
            <a:r>
              <a:rPr lang="en-US" altLang="en-US"/>
              <a:t>Copies bit </a:t>
            </a:r>
            <a:r>
              <a:rPr lang="en-US" altLang="en-US" i="1">
                <a:solidFill>
                  <a:schemeClr val="tx2"/>
                </a:solidFill>
              </a:rPr>
              <a:t>n</a:t>
            </a:r>
            <a:r>
              <a:rPr lang="en-US" altLang="en-US"/>
              <a:t> from an operand into the Carry flag</a:t>
            </a:r>
          </a:p>
          <a:p>
            <a:pPr eaLnBrk="1" hangingPunct="1">
              <a:lnSpc>
                <a:spcPct val="110000"/>
              </a:lnSpc>
            </a:pPr>
            <a:r>
              <a:rPr lang="en-US" altLang="en-US"/>
              <a:t>Syntax: </a:t>
            </a:r>
            <a:r>
              <a:rPr lang="en-US" altLang="en-US">
                <a:solidFill>
                  <a:schemeClr val="tx2"/>
                </a:solidFill>
              </a:rPr>
              <a:t>BT </a:t>
            </a:r>
            <a:r>
              <a:rPr lang="en-US" altLang="en-US" i="1">
                <a:solidFill>
                  <a:schemeClr val="tx2"/>
                </a:solidFill>
              </a:rPr>
              <a:t>bitBase, n</a:t>
            </a:r>
          </a:p>
          <a:p>
            <a:pPr lvl="1" eaLnBrk="1" hangingPunct="1">
              <a:lnSpc>
                <a:spcPct val="110000"/>
              </a:lnSpc>
            </a:pPr>
            <a:r>
              <a:rPr lang="en-US" altLang="en-US" sz="2400">
                <a:solidFill>
                  <a:schemeClr val="tx2"/>
                </a:solidFill>
              </a:rPr>
              <a:t>bitBase</a:t>
            </a:r>
            <a:r>
              <a:rPr lang="en-US" altLang="en-US" sz="2400"/>
              <a:t> may be </a:t>
            </a:r>
            <a:r>
              <a:rPr lang="en-US" altLang="en-US" sz="2400" i="1"/>
              <a:t>r/m16</a:t>
            </a:r>
            <a:r>
              <a:rPr lang="en-US" altLang="en-US" sz="2400"/>
              <a:t> or </a:t>
            </a:r>
            <a:r>
              <a:rPr lang="en-US" altLang="en-US" sz="2400" i="1"/>
              <a:t>r/m32</a:t>
            </a:r>
            <a:endParaRPr lang="en-US" altLang="en-US" sz="2400"/>
          </a:p>
          <a:p>
            <a:pPr lvl="1" eaLnBrk="1" hangingPunct="1">
              <a:lnSpc>
                <a:spcPct val="110000"/>
              </a:lnSpc>
            </a:pPr>
            <a:r>
              <a:rPr lang="en-US" altLang="en-US" sz="2400">
                <a:solidFill>
                  <a:schemeClr val="tx2"/>
                </a:solidFill>
              </a:rPr>
              <a:t>n</a:t>
            </a:r>
            <a:r>
              <a:rPr lang="en-US" altLang="en-US" sz="2400"/>
              <a:t> may be </a:t>
            </a:r>
            <a:r>
              <a:rPr lang="en-US" altLang="en-US" sz="2400" i="1"/>
              <a:t>r16, r32</a:t>
            </a:r>
            <a:r>
              <a:rPr lang="en-US" altLang="en-US" sz="2400"/>
              <a:t>, or </a:t>
            </a:r>
            <a:r>
              <a:rPr lang="en-US" altLang="en-US" sz="2400" i="1"/>
              <a:t>imm8</a:t>
            </a:r>
          </a:p>
          <a:p>
            <a:pPr eaLnBrk="1" hangingPunct="1">
              <a:lnSpc>
                <a:spcPct val="110000"/>
              </a:lnSpc>
            </a:pPr>
            <a:r>
              <a:rPr lang="en-US" altLang="en-US"/>
              <a:t>Example: jump to label L1 if bit 9 is set in the AX register:</a:t>
            </a:r>
          </a:p>
        </p:txBody>
      </p:sp>
      <p:sp>
        <p:nvSpPr>
          <p:cNvPr id="51205" name="Rectangle 4">
            <a:extLst>
              <a:ext uri="{FF2B5EF4-FFF2-40B4-BE49-F238E27FC236}">
                <a16:creationId xmlns:a16="http://schemas.microsoft.com/office/drawing/2014/main" id="{322C1442-4CFF-7D42-A1C1-C8BC844A0EB0}"/>
              </a:ext>
            </a:extLst>
          </p:cNvPr>
          <p:cNvSpPr>
            <a:spLocks noChangeArrowheads="1"/>
          </p:cNvSpPr>
          <p:nvPr/>
        </p:nvSpPr>
        <p:spPr bwMode="auto">
          <a:xfrm>
            <a:off x="1600200" y="4191000"/>
            <a:ext cx="5867400"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tabLst>
                <a:tab pos="3200400" algn="l"/>
              </a:tabLst>
              <a:defRPr sz="2400">
                <a:solidFill>
                  <a:schemeClr val="tx1"/>
                </a:solidFill>
                <a:latin typeface="Arial" panose="020B0604020202020204" pitchFamily="34" charset="0"/>
              </a:defRPr>
            </a:lvl1pPr>
            <a:lvl2pPr marL="742950" indent="-285750">
              <a:spcBef>
                <a:spcPct val="20000"/>
              </a:spcBef>
              <a:buClr>
                <a:schemeClr val="tx1"/>
              </a:buClr>
              <a:buChar char="•"/>
              <a:tabLst>
                <a:tab pos="3200400" algn="l"/>
              </a:tabLst>
              <a:defRPr sz="2200">
                <a:solidFill>
                  <a:schemeClr val="tx1"/>
                </a:solidFill>
                <a:latin typeface="Arial" panose="020B0604020202020204" pitchFamily="34" charset="0"/>
              </a:defRPr>
            </a:lvl2pPr>
            <a:lvl3pPr marL="1143000" indent="-228600">
              <a:spcBef>
                <a:spcPct val="20000"/>
              </a:spcBef>
              <a:buClr>
                <a:schemeClr val="tx1"/>
              </a:buClr>
              <a:tabLst>
                <a:tab pos="3200400" algn="l"/>
              </a:tabLst>
              <a:defRPr b="1">
                <a:solidFill>
                  <a:schemeClr val="tx1"/>
                </a:solidFill>
                <a:latin typeface="Courier New" panose="02070309020205020404" pitchFamily="49" charset="0"/>
              </a:defRPr>
            </a:lvl3pPr>
            <a:lvl4pPr marL="1600200" indent="-228600">
              <a:spcBef>
                <a:spcPct val="20000"/>
              </a:spcBef>
              <a:buClr>
                <a:schemeClr val="tx1"/>
              </a:buClr>
              <a:buChar char="–"/>
              <a:tabLst>
                <a:tab pos="3200400" algn="l"/>
              </a:tabLst>
              <a:defRPr sz="2000">
                <a:solidFill>
                  <a:schemeClr val="tx1"/>
                </a:solidFill>
                <a:latin typeface="Times New Roman" panose="02020603050405020304" pitchFamily="18" charset="0"/>
              </a:defRPr>
            </a:lvl4pPr>
            <a:lvl5pPr marL="2057400" indent="-228600">
              <a:spcBef>
                <a:spcPct val="20000"/>
              </a:spcBef>
              <a:buClr>
                <a:schemeClr val="accent1"/>
              </a:buClr>
              <a:buChar char="•"/>
              <a:tabLst>
                <a:tab pos="32004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32004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32004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32004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3200400" algn="l"/>
              </a:tabLst>
              <a:defRPr sz="2000">
                <a:solidFill>
                  <a:schemeClr val="tx1"/>
                </a:solidFill>
                <a:latin typeface="Times New Roman" panose="02020603050405020304" pitchFamily="18" charset="0"/>
              </a:defRPr>
            </a:lvl9pPr>
          </a:lstStyle>
          <a:p>
            <a:pPr eaLnBrk="1" hangingPunct="1">
              <a:lnSpc>
                <a:spcPct val="60000"/>
              </a:lnSpc>
              <a:spcBef>
                <a:spcPct val="50000"/>
              </a:spcBef>
              <a:buClrTx/>
              <a:buFontTx/>
              <a:buNone/>
            </a:pPr>
            <a:r>
              <a:rPr lang="en-US" altLang="en-US" sz="1800" b="1">
                <a:latin typeface="Courier New" panose="02070309020205020404" pitchFamily="49" charset="0"/>
              </a:rPr>
              <a:t>bt AX,9	; CF = bit 9</a:t>
            </a:r>
          </a:p>
          <a:p>
            <a:pPr eaLnBrk="1" hangingPunct="1">
              <a:lnSpc>
                <a:spcPct val="60000"/>
              </a:lnSpc>
              <a:spcBef>
                <a:spcPct val="50000"/>
              </a:spcBef>
              <a:buClrTx/>
              <a:buFontTx/>
              <a:buNone/>
            </a:pPr>
            <a:r>
              <a:rPr lang="en-US" altLang="en-US" sz="1800" b="1">
                <a:latin typeface="Courier New" panose="02070309020205020404" pitchFamily="49" charset="0"/>
              </a:rPr>
              <a:t>jc L1	; jump if Carry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oter Placeholder 3">
            <a:extLst>
              <a:ext uri="{FF2B5EF4-FFF2-40B4-BE49-F238E27FC236}">
                <a16:creationId xmlns:a16="http://schemas.microsoft.com/office/drawing/2014/main" id="{6A1B3F96-01CC-E944-97AF-70F7ACC3440F}"/>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52226" name="Slide Number Placeholder 4">
            <a:extLst>
              <a:ext uri="{FF2B5EF4-FFF2-40B4-BE49-F238E27FC236}">
                <a16:creationId xmlns:a16="http://schemas.microsoft.com/office/drawing/2014/main" id="{A2490C04-6B85-0847-8C29-D7D7C0F7F20D}"/>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EC37FCCD-1313-FE46-8B8B-B086672181B5}" type="slidenum">
              <a:rPr lang="en-US" altLang="en-US" sz="1600">
                <a:latin typeface="Times New Roman" panose="02020603050405020304" pitchFamily="18" charset="0"/>
              </a:rPr>
              <a:pPr>
                <a:spcBef>
                  <a:spcPct val="0"/>
                </a:spcBef>
                <a:buClrTx/>
                <a:buFontTx/>
                <a:buNone/>
              </a:pPr>
              <a:t>24</a:t>
            </a:fld>
            <a:endParaRPr lang="en-US" altLang="en-US" sz="1600">
              <a:latin typeface="Times New Roman" panose="02020603050405020304" pitchFamily="18" charset="0"/>
            </a:endParaRPr>
          </a:p>
        </p:txBody>
      </p:sp>
      <p:sp>
        <p:nvSpPr>
          <p:cNvPr id="159746" name="Rectangle 2">
            <a:extLst>
              <a:ext uri="{FF2B5EF4-FFF2-40B4-BE49-F238E27FC236}">
                <a16:creationId xmlns:a16="http://schemas.microsoft.com/office/drawing/2014/main" id="{107EEDF0-866D-9A47-A441-D8F001862B9F}"/>
              </a:ext>
            </a:extLst>
          </p:cNvPr>
          <p:cNvSpPr>
            <a:spLocks noGrp="1" noChangeArrowheads="1"/>
          </p:cNvSpPr>
          <p:nvPr>
            <p:ph type="title"/>
          </p:nvPr>
        </p:nvSpPr>
        <p:spPr/>
        <p:txBody>
          <a:bodyPr/>
          <a:lstStyle/>
          <a:p>
            <a:pPr eaLnBrk="1" hangingPunct="1">
              <a:defRPr/>
            </a:pPr>
            <a:r>
              <a:rPr lang="en-US"/>
              <a:t>What's Next</a:t>
            </a:r>
          </a:p>
        </p:txBody>
      </p:sp>
      <p:sp>
        <p:nvSpPr>
          <p:cNvPr id="52228" name="Rectangle 3">
            <a:extLst>
              <a:ext uri="{FF2B5EF4-FFF2-40B4-BE49-F238E27FC236}">
                <a16:creationId xmlns:a16="http://schemas.microsoft.com/office/drawing/2014/main" id="{9C8A66EB-7D0E-594E-B204-DC71780F2645}"/>
              </a:ext>
            </a:extLst>
          </p:cNvPr>
          <p:cNvSpPr>
            <a:spLocks noGrp="1" noChangeArrowheads="1"/>
          </p:cNvSpPr>
          <p:nvPr>
            <p:ph type="body" idx="1"/>
          </p:nvPr>
        </p:nvSpPr>
        <p:spPr>
          <a:xfrm>
            <a:off x="1600200" y="1524000"/>
            <a:ext cx="6324600" cy="3048000"/>
          </a:xfrm>
        </p:spPr>
        <p:txBody>
          <a:bodyPr/>
          <a:lstStyle/>
          <a:p>
            <a:pPr eaLnBrk="1" hangingPunct="1"/>
            <a:r>
              <a:rPr lang="en-US" altLang="en-US"/>
              <a:t>Boolean and Comparison Instructions</a:t>
            </a:r>
          </a:p>
          <a:p>
            <a:pPr eaLnBrk="1" hangingPunct="1"/>
            <a:r>
              <a:rPr lang="en-US" altLang="en-US"/>
              <a:t>Conditional Jumps</a:t>
            </a:r>
          </a:p>
          <a:p>
            <a:pPr eaLnBrk="1" hangingPunct="1"/>
            <a:r>
              <a:rPr lang="en-US" altLang="en-US" b="1">
                <a:solidFill>
                  <a:schemeClr val="tx2"/>
                </a:solidFill>
              </a:rPr>
              <a:t>Conditional Loop Instructions</a:t>
            </a:r>
          </a:p>
          <a:p>
            <a:pPr eaLnBrk="1" hangingPunct="1"/>
            <a:r>
              <a:rPr lang="en-US" altLang="en-US"/>
              <a:t>Conditional Structures</a:t>
            </a:r>
          </a:p>
          <a:p>
            <a:pPr eaLnBrk="1" hangingPunct="1"/>
            <a:r>
              <a:rPr lang="en-US" altLang="en-US"/>
              <a:t>Application: Finite-State Machines</a:t>
            </a:r>
          </a:p>
          <a:p>
            <a:pPr eaLnBrk="1" hangingPunct="1"/>
            <a:r>
              <a:rPr lang="en-US" altLang="en-US"/>
              <a:t>Conditional Control Flow Directives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Footer Placeholder 3">
            <a:extLst>
              <a:ext uri="{FF2B5EF4-FFF2-40B4-BE49-F238E27FC236}">
                <a16:creationId xmlns:a16="http://schemas.microsoft.com/office/drawing/2014/main" id="{33889778-C9C6-594B-9BC6-74E9F5BC1FF5}"/>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53250" name="Slide Number Placeholder 4">
            <a:extLst>
              <a:ext uri="{FF2B5EF4-FFF2-40B4-BE49-F238E27FC236}">
                <a16:creationId xmlns:a16="http://schemas.microsoft.com/office/drawing/2014/main" id="{381722E2-CADD-684F-9458-D71AE0743EC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574229D7-D088-114F-ADD4-F3AC3CA709E7}" type="slidenum">
              <a:rPr lang="en-US" altLang="en-US" sz="1600">
                <a:latin typeface="Times New Roman" panose="02020603050405020304" pitchFamily="18" charset="0"/>
              </a:rPr>
              <a:pPr>
                <a:spcBef>
                  <a:spcPct val="0"/>
                </a:spcBef>
                <a:buClrTx/>
                <a:buFontTx/>
                <a:buNone/>
              </a:pPr>
              <a:t>25</a:t>
            </a:fld>
            <a:endParaRPr lang="en-US" altLang="en-US" sz="1600">
              <a:latin typeface="Times New Roman" panose="02020603050405020304" pitchFamily="18" charset="0"/>
            </a:endParaRPr>
          </a:p>
        </p:txBody>
      </p:sp>
      <p:sp>
        <p:nvSpPr>
          <p:cNvPr id="123906" name="Rectangle 2">
            <a:extLst>
              <a:ext uri="{FF2B5EF4-FFF2-40B4-BE49-F238E27FC236}">
                <a16:creationId xmlns:a16="http://schemas.microsoft.com/office/drawing/2014/main" id="{44500452-1AA1-CC42-842B-C928161BAF14}"/>
              </a:ext>
            </a:extLst>
          </p:cNvPr>
          <p:cNvSpPr>
            <a:spLocks noGrp="1" noChangeArrowheads="1"/>
          </p:cNvSpPr>
          <p:nvPr>
            <p:ph type="title"/>
          </p:nvPr>
        </p:nvSpPr>
        <p:spPr/>
        <p:txBody>
          <a:bodyPr/>
          <a:lstStyle/>
          <a:p>
            <a:pPr eaLnBrk="1" hangingPunct="1">
              <a:defRPr/>
            </a:pPr>
            <a:r>
              <a:rPr lang="en-US"/>
              <a:t>Conditional Loop Instructions</a:t>
            </a:r>
          </a:p>
        </p:txBody>
      </p:sp>
      <p:sp>
        <p:nvSpPr>
          <p:cNvPr id="53252" name="Rectangle 3">
            <a:extLst>
              <a:ext uri="{FF2B5EF4-FFF2-40B4-BE49-F238E27FC236}">
                <a16:creationId xmlns:a16="http://schemas.microsoft.com/office/drawing/2014/main" id="{E3B4D567-ADCB-024B-9D0C-F986399EAFCE}"/>
              </a:ext>
            </a:extLst>
          </p:cNvPr>
          <p:cNvSpPr>
            <a:spLocks noGrp="1" noChangeArrowheads="1"/>
          </p:cNvSpPr>
          <p:nvPr>
            <p:ph type="body" idx="1"/>
          </p:nvPr>
        </p:nvSpPr>
        <p:spPr>
          <a:xfrm>
            <a:off x="1905000" y="1828800"/>
            <a:ext cx="6019800" cy="1752600"/>
          </a:xfrm>
        </p:spPr>
        <p:txBody>
          <a:bodyPr/>
          <a:lstStyle/>
          <a:p>
            <a:pPr eaLnBrk="1" hangingPunct="1"/>
            <a:r>
              <a:rPr lang="en-US" altLang="en-US"/>
              <a:t>LOOPZ and LOOPE</a:t>
            </a:r>
          </a:p>
          <a:p>
            <a:pPr eaLnBrk="1" hangingPunct="1"/>
            <a:r>
              <a:rPr lang="en-US" altLang="en-US"/>
              <a:t>LOOPNZ and LOOPNE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Footer Placeholder 3">
            <a:extLst>
              <a:ext uri="{FF2B5EF4-FFF2-40B4-BE49-F238E27FC236}">
                <a16:creationId xmlns:a16="http://schemas.microsoft.com/office/drawing/2014/main" id="{34947DF9-9568-BC41-8488-D88B211C8B26}"/>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54274" name="Slide Number Placeholder 4">
            <a:extLst>
              <a:ext uri="{FF2B5EF4-FFF2-40B4-BE49-F238E27FC236}">
                <a16:creationId xmlns:a16="http://schemas.microsoft.com/office/drawing/2014/main" id="{04DAA3BE-3165-3D46-8AFA-3B15C08F0A7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F55C7F2D-65F1-3A47-A0EF-0EA62A40CC81}" type="slidenum">
              <a:rPr lang="en-US" altLang="en-US" sz="1600">
                <a:latin typeface="Times New Roman" panose="02020603050405020304" pitchFamily="18" charset="0"/>
              </a:rPr>
              <a:pPr>
                <a:spcBef>
                  <a:spcPct val="0"/>
                </a:spcBef>
                <a:buClrTx/>
                <a:buFontTx/>
                <a:buNone/>
              </a:pPr>
              <a:t>26</a:t>
            </a:fld>
            <a:endParaRPr lang="en-US" altLang="en-US" sz="1600">
              <a:latin typeface="Times New Roman" panose="02020603050405020304" pitchFamily="18" charset="0"/>
            </a:endParaRPr>
          </a:p>
        </p:txBody>
      </p:sp>
      <p:sp>
        <p:nvSpPr>
          <p:cNvPr id="111618" name="Rectangle 2">
            <a:extLst>
              <a:ext uri="{FF2B5EF4-FFF2-40B4-BE49-F238E27FC236}">
                <a16:creationId xmlns:a16="http://schemas.microsoft.com/office/drawing/2014/main" id="{DD72CFFD-AB35-8143-B756-E5F4558EBDAB}"/>
              </a:ext>
            </a:extLst>
          </p:cNvPr>
          <p:cNvSpPr>
            <a:spLocks noGrp="1" noChangeArrowheads="1"/>
          </p:cNvSpPr>
          <p:nvPr>
            <p:ph type="title"/>
          </p:nvPr>
        </p:nvSpPr>
        <p:spPr/>
        <p:txBody>
          <a:bodyPr/>
          <a:lstStyle/>
          <a:p>
            <a:pPr eaLnBrk="1" hangingPunct="1">
              <a:defRPr/>
            </a:pPr>
            <a:r>
              <a:rPr lang="en-US"/>
              <a:t>LOOPZ and LOOPE</a:t>
            </a:r>
          </a:p>
        </p:txBody>
      </p:sp>
      <p:sp>
        <p:nvSpPr>
          <p:cNvPr id="54276" name="Rectangle 3">
            <a:extLst>
              <a:ext uri="{FF2B5EF4-FFF2-40B4-BE49-F238E27FC236}">
                <a16:creationId xmlns:a16="http://schemas.microsoft.com/office/drawing/2014/main" id="{AF24EFC0-3BB7-B64C-98E5-7B2BAB79CA5F}"/>
              </a:ext>
            </a:extLst>
          </p:cNvPr>
          <p:cNvSpPr>
            <a:spLocks noGrp="1" noChangeArrowheads="1"/>
          </p:cNvSpPr>
          <p:nvPr>
            <p:ph type="body" idx="1"/>
          </p:nvPr>
        </p:nvSpPr>
        <p:spPr>
          <a:xfrm>
            <a:off x="685800" y="1143000"/>
            <a:ext cx="7924800" cy="3276600"/>
          </a:xfrm>
        </p:spPr>
        <p:txBody>
          <a:bodyPr/>
          <a:lstStyle/>
          <a:p>
            <a:pPr eaLnBrk="1" hangingPunct="1">
              <a:lnSpc>
                <a:spcPct val="90000"/>
              </a:lnSpc>
            </a:pPr>
            <a:r>
              <a:rPr lang="en-US" altLang="en-US"/>
              <a:t>Syntax: </a:t>
            </a:r>
          </a:p>
          <a:p>
            <a:pPr lvl="1" eaLnBrk="1" hangingPunct="1">
              <a:lnSpc>
                <a:spcPct val="90000"/>
              </a:lnSpc>
              <a:buFontTx/>
              <a:buNone/>
            </a:pPr>
            <a:r>
              <a:rPr lang="en-US" altLang="en-US" sz="2400">
                <a:solidFill>
                  <a:schemeClr val="tx2"/>
                </a:solidFill>
              </a:rPr>
              <a:t>	LOOPE </a:t>
            </a:r>
            <a:r>
              <a:rPr lang="en-US" altLang="en-US" sz="2400" i="1">
                <a:solidFill>
                  <a:schemeClr val="tx2"/>
                </a:solidFill>
              </a:rPr>
              <a:t>destination</a:t>
            </a:r>
          </a:p>
          <a:p>
            <a:pPr lvl="1" eaLnBrk="1" hangingPunct="1">
              <a:lnSpc>
                <a:spcPct val="90000"/>
              </a:lnSpc>
              <a:buFontTx/>
              <a:buNone/>
            </a:pPr>
            <a:r>
              <a:rPr lang="en-US" altLang="en-US" sz="2400" i="1">
                <a:solidFill>
                  <a:schemeClr val="tx2"/>
                </a:solidFill>
              </a:rPr>
              <a:t>	</a:t>
            </a:r>
            <a:r>
              <a:rPr lang="en-US" altLang="en-US" sz="2400">
                <a:solidFill>
                  <a:schemeClr val="tx2"/>
                </a:solidFill>
              </a:rPr>
              <a:t>LOOPZ</a:t>
            </a:r>
            <a:r>
              <a:rPr lang="en-US" altLang="en-US" sz="2400" i="1">
                <a:solidFill>
                  <a:schemeClr val="tx2"/>
                </a:solidFill>
              </a:rPr>
              <a:t> destination</a:t>
            </a:r>
          </a:p>
          <a:p>
            <a:pPr eaLnBrk="1" hangingPunct="1">
              <a:lnSpc>
                <a:spcPct val="90000"/>
              </a:lnSpc>
            </a:pPr>
            <a:r>
              <a:rPr lang="en-US" altLang="en-US"/>
              <a:t>Logic: </a:t>
            </a:r>
          </a:p>
          <a:p>
            <a:pPr lvl="1" eaLnBrk="1" hangingPunct="1">
              <a:lnSpc>
                <a:spcPct val="90000"/>
              </a:lnSpc>
            </a:pPr>
            <a:r>
              <a:rPr lang="en-US" altLang="en-US" sz="2400"/>
              <a:t>ECX </a:t>
            </a:r>
            <a:r>
              <a:rPr lang="en-US" altLang="en-US" sz="2000">
                <a:sym typeface="Symbol" pitchFamily="2" charset="2"/>
              </a:rPr>
              <a:t></a:t>
            </a:r>
            <a:r>
              <a:rPr lang="en-US" altLang="en-US" sz="2400"/>
              <a:t> ECX – 1</a:t>
            </a:r>
          </a:p>
          <a:p>
            <a:pPr lvl="1" eaLnBrk="1" hangingPunct="1">
              <a:lnSpc>
                <a:spcPct val="90000"/>
              </a:lnSpc>
            </a:pPr>
            <a:r>
              <a:rPr lang="en-US" altLang="en-US" sz="2400"/>
              <a:t>if ECX &gt; 0 and ZF=1, jump to </a:t>
            </a:r>
            <a:r>
              <a:rPr lang="en-US" altLang="en-US" sz="2400" i="1"/>
              <a:t>destination</a:t>
            </a:r>
          </a:p>
          <a:p>
            <a:pPr eaLnBrk="1" hangingPunct="1">
              <a:lnSpc>
                <a:spcPct val="90000"/>
              </a:lnSpc>
            </a:pPr>
            <a:r>
              <a:rPr lang="en-US" altLang="en-US"/>
              <a:t>Useful when scanning an array for the first element that does </a:t>
            </a:r>
            <a:r>
              <a:rPr lang="en-US" altLang="en-US">
                <a:solidFill>
                  <a:schemeClr val="tx2"/>
                </a:solidFill>
              </a:rPr>
              <a:t>not</a:t>
            </a:r>
            <a:r>
              <a:rPr lang="en-US" altLang="en-US"/>
              <a:t> match a given value.</a:t>
            </a:r>
          </a:p>
        </p:txBody>
      </p:sp>
      <p:sp>
        <p:nvSpPr>
          <p:cNvPr id="54277" name="Text Box 5">
            <a:extLst>
              <a:ext uri="{FF2B5EF4-FFF2-40B4-BE49-F238E27FC236}">
                <a16:creationId xmlns:a16="http://schemas.microsoft.com/office/drawing/2014/main" id="{6AF82749-28B3-FB43-A206-861C6439B004}"/>
              </a:ext>
            </a:extLst>
          </p:cNvPr>
          <p:cNvSpPr txBox="1">
            <a:spLocks noChangeArrowheads="1"/>
          </p:cNvSpPr>
          <p:nvPr/>
        </p:nvSpPr>
        <p:spPr bwMode="auto">
          <a:xfrm>
            <a:off x="838200" y="4724400"/>
            <a:ext cx="7391400" cy="1149350"/>
          </a:xfrm>
          <a:prstGeom prst="rect">
            <a:avLst/>
          </a:prstGeom>
          <a:noFill/>
          <a:ln w="9525">
            <a:solidFill>
              <a:srgbClr val="C0C0C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1900"/>
              <a:t>In 32-bit mode, ECX is the loop counter register. In 16-bit real-address mode, CX is the counter, and in 64-bit mode, RCX is the counter.</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Footer Placeholder 3">
            <a:extLst>
              <a:ext uri="{FF2B5EF4-FFF2-40B4-BE49-F238E27FC236}">
                <a16:creationId xmlns:a16="http://schemas.microsoft.com/office/drawing/2014/main" id="{BB456F7D-B207-C44B-A639-7347621F7D44}"/>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55298" name="Slide Number Placeholder 4">
            <a:extLst>
              <a:ext uri="{FF2B5EF4-FFF2-40B4-BE49-F238E27FC236}">
                <a16:creationId xmlns:a16="http://schemas.microsoft.com/office/drawing/2014/main" id="{003D0A5C-77EE-4747-A81B-4F2A1439DE6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F2236E63-17F9-174F-8202-585010380AC8}" type="slidenum">
              <a:rPr lang="en-US" altLang="en-US" sz="1600">
                <a:latin typeface="Times New Roman" panose="02020603050405020304" pitchFamily="18" charset="0"/>
              </a:rPr>
              <a:pPr>
                <a:spcBef>
                  <a:spcPct val="0"/>
                </a:spcBef>
                <a:buClrTx/>
                <a:buFontTx/>
                <a:buNone/>
              </a:pPr>
              <a:t>27</a:t>
            </a:fld>
            <a:endParaRPr lang="en-US" altLang="en-US" sz="1600">
              <a:latin typeface="Times New Roman" panose="02020603050405020304" pitchFamily="18" charset="0"/>
            </a:endParaRPr>
          </a:p>
        </p:txBody>
      </p:sp>
      <p:sp>
        <p:nvSpPr>
          <p:cNvPr id="124930" name="Rectangle 2">
            <a:extLst>
              <a:ext uri="{FF2B5EF4-FFF2-40B4-BE49-F238E27FC236}">
                <a16:creationId xmlns:a16="http://schemas.microsoft.com/office/drawing/2014/main" id="{BCB7B54B-142F-D246-BE46-301FCE8608BC}"/>
              </a:ext>
            </a:extLst>
          </p:cNvPr>
          <p:cNvSpPr>
            <a:spLocks noGrp="1" noChangeArrowheads="1"/>
          </p:cNvSpPr>
          <p:nvPr>
            <p:ph type="title"/>
          </p:nvPr>
        </p:nvSpPr>
        <p:spPr/>
        <p:txBody>
          <a:bodyPr/>
          <a:lstStyle/>
          <a:p>
            <a:pPr eaLnBrk="1" hangingPunct="1">
              <a:defRPr/>
            </a:pPr>
            <a:r>
              <a:rPr lang="en-US"/>
              <a:t>LOOPNZ and LOOPNE</a:t>
            </a:r>
          </a:p>
        </p:txBody>
      </p:sp>
      <p:sp>
        <p:nvSpPr>
          <p:cNvPr id="55300" name="Rectangle 3">
            <a:extLst>
              <a:ext uri="{FF2B5EF4-FFF2-40B4-BE49-F238E27FC236}">
                <a16:creationId xmlns:a16="http://schemas.microsoft.com/office/drawing/2014/main" id="{0BCBC587-3C1D-FA45-9424-CFB99DD82453}"/>
              </a:ext>
            </a:extLst>
          </p:cNvPr>
          <p:cNvSpPr>
            <a:spLocks noGrp="1" noChangeArrowheads="1"/>
          </p:cNvSpPr>
          <p:nvPr>
            <p:ph type="body" idx="1"/>
          </p:nvPr>
        </p:nvSpPr>
        <p:spPr>
          <a:xfrm>
            <a:off x="685800" y="1143000"/>
            <a:ext cx="7772400" cy="3810000"/>
          </a:xfrm>
        </p:spPr>
        <p:txBody>
          <a:bodyPr/>
          <a:lstStyle/>
          <a:p>
            <a:pPr eaLnBrk="1" hangingPunct="1">
              <a:lnSpc>
                <a:spcPct val="90000"/>
              </a:lnSpc>
            </a:pPr>
            <a:r>
              <a:rPr lang="en-US" altLang="en-US"/>
              <a:t>LOOPNZ (LOOPNE) is a conditional loop instruction</a:t>
            </a:r>
          </a:p>
          <a:p>
            <a:pPr eaLnBrk="1" hangingPunct="1">
              <a:lnSpc>
                <a:spcPct val="90000"/>
              </a:lnSpc>
            </a:pPr>
            <a:r>
              <a:rPr lang="en-US" altLang="en-US"/>
              <a:t>Syntax: </a:t>
            </a:r>
          </a:p>
          <a:p>
            <a:pPr eaLnBrk="1" hangingPunct="1">
              <a:lnSpc>
                <a:spcPct val="90000"/>
              </a:lnSpc>
              <a:buFontTx/>
              <a:buNone/>
            </a:pPr>
            <a:r>
              <a:rPr lang="en-US" altLang="en-US">
                <a:solidFill>
                  <a:schemeClr val="tx2"/>
                </a:solidFill>
              </a:rPr>
              <a:t>		LOOPNZ </a:t>
            </a:r>
            <a:r>
              <a:rPr lang="en-US" altLang="en-US" i="1">
                <a:solidFill>
                  <a:schemeClr val="tx2"/>
                </a:solidFill>
              </a:rPr>
              <a:t>destination</a:t>
            </a:r>
          </a:p>
          <a:p>
            <a:pPr eaLnBrk="1" hangingPunct="1">
              <a:lnSpc>
                <a:spcPct val="90000"/>
              </a:lnSpc>
              <a:buFontTx/>
              <a:buNone/>
            </a:pPr>
            <a:r>
              <a:rPr lang="en-US" altLang="en-US" i="1">
                <a:solidFill>
                  <a:schemeClr val="tx2"/>
                </a:solidFill>
              </a:rPr>
              <a:t>		</a:t>
            </a:r>
            <a:r>
              <a:rPr lang="en-US" altLang="en-US">
                <a:solidFill>
                  <a:schemeClr val="tx2"/>
                </a:solidFill>
              </a:rPr>
              <a:t>LOOPNE</a:t>
            </a:r>
            <a:r>
              <a:rPr lang="en-US" altLang="en-US" i="1">
                <a:solidFill>
                  <a:schemeClr val="tx2"/>
                </a:solidFill>
              </a:rPr>
              <a:t> destination</a:t>
            </a:r>
          </a:p>
          <a:p>
            <a:pPr eaLnBrk="1" hangingPunct="1">
              <a:lnSpc>
                <a:spcPct val="90000"/>
              </a:lnSpc>
            </a:pPr>
            <a:r>
              <a:rPr lang="en-US" altLang="en-US"/>
              <a:t>Logic: </a:t>
            </a:r>
          </a:p>
          <a:p>
            <a:pPr lvl="1" eaLnBrk="1" hangingPunct="1">
              <a:lnSpc>
                <a:spcPct val="90000"/>
              </a:lnSpc>
            </a:pPr>
            <a:r>
              <a:rPr lang="en-US" altLang="en-US"/>
              <a:t>ECX </a:t>
            </a:r>
            <a:r>
              <a:rPr lang="en-US" altLang="en-US">
                <a:sym typeface="Symbol" pitchFamily="2" charset="2"/>
              </a:rPr>
              <a:t></a:t>
            </a:r>
            <a:r>
              <a:rPr lang="en-US" altLang="en-US"/>
              <a:t> ECX – 1; </a:t>
            </a:r>
          </a:p>
          <a:p>
            <a:pPr lvl="1" eaLnBrk="1" hangingPunct="1">
              <a:lnSpc>
                <a:spcPct val="90000"/>
              </a:lnSpc>
            </a:pPr>
            <a:r>
              <a:rPr lang="en-US" altLang="en-US"/>
              <a:t>if ECX &gt; 0 and ZF=0, jump to </a:t>
            </a:r>
            <a:r>
              <a:rPr lang="en-US" altLang="en-US" i="1"/>
              <a:t>destination</a:t>
            </a:r>
          </a:p>
          <a:p>
            <a:pPr eaLnBrk="1" hangingPunct="1">
              <a:lnSpc>
                <a:spcPct val="90000"/>
              </a:lnSpc>
            </a:pPr>
            <a:r>
              <a:rPr lang="en-US" altLang="en-US"/>
              <a:t>Useful when scanning an array for the first element that matches a given value.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Footer Placeholder 3">
            <a:extLst>
              <a:ext uri="{FF2B5EF4-FFF2-40B4-BE49-F238E27FC236}">
                <a16:creationId xmlns:a16="http://schemas.microsoft.com/office/drawing/2014/main" id="{D73ED5F0-7B4B-5C49-B06E-7F5DC3045796}"/>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56322" name="Slide Number Placeholder 4">
            <a:extLst>
              <a:ext uri="{FF2B5EF4-FFF2-40B4-BE49-F238E27FC236}">
                <a16:creationId xmlns:a16="http://schemas.microsoft.com/office/drawing/2014/main" id="{9CFE2162-83A4-4142-AE7B-853AA74DA04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A1CE4E50-D3A6-5247-8B7D-74E5FB2BEC01}" type="slidenum">
              <a:rPr lang="en-US" altLang="en-US" sz="1600">
                <a:latin typeface="Times New Roman" panose="02020603050405020304" pitchFamily="18" charset="0"/>
              </a:rPr>
              <a:pPr>
                <a:spcBef>
                  <a:spcPct val="0"/>
                </a:spcBef>
                <a:buClrTx/>
                <a:buFontTx/>
                <a:buNone/>
              </a:pPr>
              <a:t>28</a:t>
            </a:fld>
            <a:endParaRPr lang="en-US" altLang="en-US" sz="1600">
              <a:latin typeface="Times New Roman" panose="02020603050405020304" pitchFamily="18" charset="0"/>
            </a:endParaRPr>
          </a:p>
        </p:txBody>
      </p:sp>
      <p:sp>
        <p:nvSpPr>
          <p:cNvPr id="112642" name="Rectangle 2">
            <a:extLst>
              <a:ext uri="{FF2B5EF4-FFF2-40B4-BE49-F238E27FC236}">
                <a16:creationId xmlns:a16="http://schemas.microsoft.com/office/drawing/2014/main" id="{AD105A5C-F0AB-2C4C-80E2-1DA5E5892512}"/>
              </a:ext>
            </a:extLst>
          </p:cNvPr>
          <p:cNvSpPr>
            <a:spLocks noGrp="1" noChangeArrowheads="1"/>
          </p:cNvSpPr>
          <p:nvPr>
            <p:ph type="title"/>
          </p:nvPr>
        </p:nvSpPr>
        <p:spPr/>
        <p:txBody>
          <a:bodyPr/>
          <a:lstStyle/>
          <a:p>
            <a:pPr eaLnBrk="1" hangingPunct="1">
              <a:defRPr/>
            </a:pPr>
            <a:r>
              <a:rPr lang="en-US"/>
              <a:t>LOOPNZ Example</a:t>
            </a:r>
          </a:p>
        </p:txBody>
      </p:sp>
      <p:sp>
        <p:nvSpPr>
          <p:cNvPr id="56324" name="Text Box 5">
            <a:extLst>
              <a:ext uri="{FF2B5EF4-FFF2-40B4-BE49-F238E27FC236}">
                <a16:creationId xmlns:a16="http://schemas.microsoft.com/office/drawing/2014/main" id="{706A4F46-5134-E24B-A232-6EAEA0B7CC5B}"/>
              </a:ext>
            </a:extLst>
          </p:cNvPr>
          <p:cNvSpPr txBox="1">
            <a:spLocks noChangeArrowheads="1"/>
          </p:cNvSpPr>
          <p:nvPr/>
        </p:nvSpPr>
        <p:spPr bwMode="auto">
          <a:xfrm>
            <a:off x="762000" y="1524000"/>
            <a:ext cx="76962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.data</a:t>
            </a:r>
          </a:p>
          <a:p>
            <a:pPr eaLnBrk="1" hangingPunct="1">
              <a:lnSpc>
                <a:spcPct val="50000"/>
              </a:lnSpc>
              <a:spcBef>
                <a:spcPct val="50000"/>
              </a:spcBef>
              <a:buClrTx/>
              <a:buFontTx/>
              <a:buNone/>
            </a:pPr>
            <a:r>
              <a:rPr lang="en-US" altLang="en-US" sz="1800" b="1">
                <a:latin typeface="Courier New" panose="02070309020205020404" pitchFamily="49" charset="0"/>
              </a:rPr>
              <a:t>array SWORD -3,-6,-1,-10,10,30,40,4</a:t>
            </a:r>
          </a:p>
          <a:p>
            <a:pPr eaLnBrk="1" hangingPunct="1">
              <a:lnSpc>
                <a:spcPct val="50000"/>
              </a:lnSpc>
              <a:spcBef>
                <a:spcPct val="50000"/>
              </a:spcBef>
              <a:buClrTx/>
              <a:buFontTx/>
              <a:buNone/>
            </a:pPr>
            <a:r>
              <a:rPr lang="en-US" altLang="en-US" sz="1800" b="1">
                <a:latin typeface="Courier New" panose="02070309020205020404" pitchFamily="49" charset="0"/>
              </a:rPr>
              <a:t>sentinel SWORD 0</a:t>
            </a:r>
          </a:p>
          <a:p>
            <a:pPr eaLnBrk="1" hangingPunct="1">
              <a:lnSpc>
                <a:spcPct val="50000"/>
              </a:lnSpc>
              <a:spcBef>
                <a:spcPct val="50000"/>
              </a:spcBef>
              <a:buClrTx/>
              <a:buFontTx/>
              <a:buNone/>
            </a:pPr>
            <a:r>
              <a:rPr lang="en-US" altLang="en-US" sz="1800" b="1">
                <a:latin typeface="Courier New" panose="02070309020205020404" pitchFamily="49" charset="0"/>
              </a:rPr>
              <a:t>.code</a:t>
            </a:r>
          </a:p>
          <a:p>
            <a:pPr lvl="1" eaLnBrk="1" hangingPunct="1">
              <a:lnSpc>
                <a:spcPct val="50000"/>
              </a:lnSpc>
              <a:spcBef>
                <a:spcPct val="50000"/>
              </a:spcBef>
              <a:buClrTx/>
              <a:buFontTx/>
              <a:buNone/>
            </a:pPr>
            <a:r>
              <a:rPr lang="en-US" altLang="en-US" sz="1800" b="1">
                <a:latin typeface="Courier New" panose="02070309020205020404" pitchFamily="49" charset="0"/>
              </a:rPr>
              <a:t>mov esi,OFFSET array</a:t>
            </a:r>
          </a:p>
          <a:p>
            <a:pPr lvl="1" eaLnBrk="1" hangingPunct="1">
              <a:lnSpc>
                <a:spcPct val="50000"/>
              </a:lnSpc>
              <a:spcBef>
                <a:spcPct val="50000"/>
              </a:spcBef>
              <a:buClrTx/>
              <a:buFontTx/>
              <a:buNone/>
            </a:pPr>
            <a:r>
              <a:rPr lang="en-US" altLang="en-US" sz="1800" b="1">
                <a:latin typeface="Courier New" panose="02070309020205020404" pitchFamily="49" charset="0"/>
              </a:rPr>
              <a:t>mov ecx,LENGTHOF array</a:t>
            </a:r>
          </a:p>
          <a:p>
            <a:pPr eaLnBrk="1" hangingPunct="1">
              <a:lnSpc>
                <a:spcPct val="50000"/>
              </a:lnSpc>
              <a:spcBef>
                <a:spcPct val="50000"/>
              </a:spcBef>
              <a:buClrTx/>
              <a:buFontTx/>
              <a:buNone/>
            </a:pPr>
            <a:r>
              <a:rPr lang="en-US" altLang="en-US" sz="1800" b="1">
                <a:latin typeface="Courier New" panose="02070309020205020404" pitchFamily="49" charset="0"/>
              </a:rPr>
              <a:t>next:</a:t>
            </a:r>
          </a:p>
          <a:p>
            <a:pPr lvl="1" eaLnBrk="1" hangingPunct="1">
              <a:lnSpc>
                <a:spcPct val="50000"/>
              </a:lnSpc>
              <a:spcBef>
                <a:spcPct val="50000"/>
              </a:spcBef>
              <a:buClrTx/>
              <a:buFontTx/>
              <a:buNone/>
            </a:pPr>
            <a:r>
              <a:rPr lang="en-US" altLang="en-US" sz="1800" b="1">
                <a:latin typeface="Courier New" panose="02070309020205020404" pitchFamily="49" charset="0"/>
              </a:rPr>
              <a:t>test WORD PTR [esi],8000h	; test sign bit</a:t>
            </a:r>
          </a:p>
          <a:p>
            <a:pPr lvl="1" eaLnBrk="1" hangingPunct="1">
              <a:lnSpc>
                <a:spcPct val="50000"/>
              </a:lnSpc>
              <a:spcBef>
                <a:spcPct val="50000"/>
              </a:spcBef>
              <a:buClrTx/>
              <a:buFontTx/>
              <a:buNone/>
            </a:pPr>
            <a:r>
              <a:rPr lang="en-US" altLang="en-US" sz="1800" b="1">
                <a:latin typeface="Courier New" panose="02070309020205020404" pitchFamily="49" charset="0"/>
              </a:rPr>
              <a:t>pushfd	; push flags on stack</a:t>
            </a:r>
          </a:p>
          <a:p>
            <a:pPr lvl="1" eaLnBrk="1" hangingPunct="1">
              <a:lnSpc>
                <a:spcPct val="50000"/>
              </a:lnSpc>
              <a:spcBef>
                <a:spcPct val="50000"/>
              </a:spcBef>
              <a:buClrTx/>
              <a:buFontTx/>
              <a:buNone/>
            </a:pPr>
            <a:r>
              <a:rPr lang="en-US" altLang="en-US" sz="1800" b="1">
                <a:latin typeface="Courier New" panose="02070309020205020404" pitchFamily="49" charset="0"/>
              </a:rPr>
              <a:t>add esi,TYPE array</a:t>
            </a:r>
          </a:p>
          <a:p>
            <a:pPr lvl="1" eaLnBrk="1" hangingPunct="1">
              <a:lnSpc>
                <a:spcPct val="50000"/>
              </a:lnSpc>
              <a:spcBef>
                <a:spcPct val="50000"/>
              </a:spcBef>
              <a:buClrTx/>
              <a:buFontTx/>
              <a:buNone/>
            </a:pPr>
            <a:r>
              <a:rPr lang="en-US" altLang="en-US" sz="1800" b="1">
                <a:latin typeface="Courier New" panose="02070309020205020404" pitchFamily="49" charset="0"/>
              </a:rPr>
              <a:t>popfd	; pop flags from stack</a:t>
            </a:r>
          </a:p>
          <a:p>
            <a:pPr lvl="1" eaLnBrk="1" hangingPunct="1">
              <a:lnSpc>
                <a:spcPct val="50000"/>
              </a:lnSpc>
              <a:spcBef>
                <a:spcPct val="50000"/>
              </a:spcBef>
              <a:buClrTx/>
              <a:buFontTx/>
              <a:buNone/>
            </a:pPr>
            <a:r>
              <a:rPr lang="en-US" altLang="en-US" sz="1800" b="1">
                <a:latin typeface="Courier New" panose="02070309020205020404" pitchFamily="49" charset="0"/>
              </a:rPr>
              <a:t>loopnz next	; continue loop</a:t>
            </a:r>
          </a:p>
          <a:p>
            <a:pPr lvl="1" eaLnBrk="1" hangingPunct="1">
              <a:lnSpc>
                <a:spcPct val="50000"/>
              </a:lnSpc>
              <a:spcBef>
                <a:spcPct val="50000"/>
              </a:spcBef>
              <a:buClrTx/>
              <a:buFontTx/>
              <a:buNone/>
            </a:pPr>
            <a:r>
              <a:rPr lang="en-US" altLang="en-US" sz="1800" b="1">
                <a:latin typeface="Courier New" panose="02070309020205020404" pitchFamily="49" charset="0"/>
              </a:rPr>
              <a:t>jnz quit	; none found</a:t>
            </a:r>
          </a:p>
          <a:p>
            <a:pPr lvl="1" eaLnBrk="1" hangingPunct="1">
              <a:lnSpc>
                <a:spcPct val="50000"/>
              </a:lnSpc>
              <a:spcBef>
                <a:spcPct val="50000"/>
              </a:spcBef>
              <a:buClrTx/>
              <a:buFontTx/>
              <a:buNone/>
            </a:pPr>
            <a:r>
              <a:rPr lang="en-US" altLang="en-US" sz="1800" b="1">
                <a:latin typeface="Courier New" panose="02070309020205020404" pitchFamily="49" charset="0"/>
              </a:rPr>
              <a:t>sub esi,TYPE array	; ESI points to value</a:t>
            </a:r>
          </a:p>
          <a:p>
            <a:pPr eaLnBrk="1" hangingPunct="1">
              <a:lnSpc>
                <a:spcPct val="50000"/>
              </a:lnSpc>
              <a:spcBef>
                <a:spcPct val="50000"/>
              </a:spcBef>
              <a:buClrTx/>
              <a:buFontTx/>
              <a:buNone/>
            </a:pPr>
            <a:r>
              <a:rPr lang="en-US" altLang="en-US" sz="1800" b="1">
                <a:latin typeface="Courier New" panose="02070309020205020404" pitchFamily="49" charset="0"/>
              </a:rPr>
              <a:t>quit:</a:t>
            </a:r>
          </a:p>
          <a:p>
            <a:pPr eaLnBrk="1" hangingPunct="1">
              <a:lnSpc>
                <a:spcPct val="50000"/>
              </a:lnSpc>
              <a:spcBef>
                <a:spcPct val="50000"/>
              </a:spcBef>
              <a:buClrTx/>
              <a:buFontTx/>
              <a:buNone/>
            </a:pPr>
            <a:endParaRPr lang="en-US" altLang="en-US" sz="1800" b="1">
              <a:latin typeface="Courier New" panose="02070309020205020404" pitchFamily="49" charset="0"/>
            </a:endParaRPr>
          </a:p>
        </p:txBody>
      </p:sp>
      <p:sp>
        <p:nvSpPr>
          <p:cNvPr id="56325" name="Text Box 6">
            <a:extLst>
              <a:ext uri="{FF2B5EF4-FFF2-40B4-BE49-F238E27FC236}">
                <a16:creationId xmlns:a16="http://schemas.microsoft.com/office/drawing/2014/main" id="{72BDC687-326A-6F46-BC74-24546182B68B}"/>
              </a:ext>
            </a:extLst>
          </p:cNvPr>
          <p:cNvSpPr txBox="1">
            <a:spLocks noChangeArrowheads="1"/>
          </p:cNvSpPr>
          <p:nvPr/>
        </p:nvSpPr>
        <p:spPr bwMode="auto">
          <a:xfrm>
            <a:off x="533400" y="838200"/>
            <a:ext cx="7848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The following code finds the first positive value in an array: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Footer Placeholder 3">
            <a:extLst>
              <a:ext uri="{FF2B5EF4-FFF2-40B4-BE49-F238E27FC236}">
                <a16:creationId xmlns:a16="http://schemas.microsoft.com/office/drawing/2014/main" id="{3F10C8DB-A91E-4142-BC55-CF60B06E47B9}"/>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59394" name="Slide Number Placeholder 4">
            <a:extLst>
              <a:ext uri="{FF2B5EF4-FFF2-40B4-BE49-F238E27FC236}">
                <a16:creationId xmlns:a16="http://schemas.microsoft.com/office/drawing/2014/main" id="{2905E0C5-3A18-024C-8A01-A6AAD865292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EE7236BA-E766-B244-AB29-19771ADBDE47}" type="slidenum">
              <a:rPr lang="en-US" altLang="en-US" sz="1600">
                <a:latin typeface="Times New Roman" panose="02020603050405020304" pitchFamily="18" charset="0"/>
              </a:rPr>
              <a:pPr>
                <a:spcBef>
                  <a:spcPct val="0"/>
                </a:spcBef>
                <a:buClrTx/>
                <a:buFontTx/>
                <a:buNone/>
              </a:pPr>
              <a:t>29</a:t>
            </a:fld>
            <a:endParaRPr lang="en-US" altLang="en-US" sz="1600">
              <a:latin typeface="Times New Roman" panose="02020603050405020304" pitchFamily="18" charset="0"/>
            </a:endParaRPr>
          </a:p>
        </p:txBody>
      </p:sp>
      <p:sp>
        <p:nvSpPr>
          <p:cNvPr id="160770" name="Rectangle 2">
            <a:extLst>
              <a:ext uri="{FF2B5EF4-FFF2-40B4-BE49-F238E27FC236}">
                <a16:creationId xmlns:a16="http://schemas.microsoft.com/office/drawing/2014/main" id="{D8499B04-8B06-5947-B07B-054AA2328F00}"/>
              </a:ext>
            </a:extLst>
          </p:cNvPr>
          <p:cNvSpPr>
            <a:spLocks noGrp="1" noChangeArrowheads="1"/>
          </p:cNvSpPr>
          <p:nvPr>
            <p:ph type="title"/>
          </p:nvPr>
        </p:nvSpPr>
        <p:spPr/>
        <p:txBody>
          <a:bodyPr/>
          <a:lstStyle/>
          <a:p>
            <a:pPr eaLnBrk="1" hangingPunct="1">
              <a:defRPr/>
            </a:pPr>
            <a:r>
              <a:rPr lang="en-US"/>
              <a:t>What's Next</a:t>
            </a:r>
          </a:p>
        </p:txBody>
      </p:sp>
      <p:sp>
        <p:nvSpPr>
          <p:cNvPr id="59396" name="Rectangle 3">
            <a:extLst>
              <a:ext uri="{FF2B5EF4-FFF2-40B4-BE49-F238E27FC236}">
                <a16:creationId xmlns:a16="http://schemas.microsoft.com/office/drawing/2014/main" id="{F8F0A330-3A99-3B4C-81D7-4DB93954E426}"/>
              </a:ext>
            </a:extLst>
          </p:cNvPr>
          <p:cNvSpPr>
            <a:spLocks noGrp="1" noChangeArrowheads="1"/>
          </p:cNvSpPr>
          <p:nvPr>
            <p:ph type="body" idx="1"/>
          </p:nvPr>
        </p:nvSpPr>
        <p:spPr>
          <a:xfrm>
            <a:off x="1600200" y="1524000"/>
            <a:ext cx="6324600" cy="3048000"/>
          </a:xfrm>
        </p:spPr>
        <p:txBody>
          <a:bodyPr/>
          <a:lstStyle/>
          <a:p>
            <a:pPr eaLnBrk="1" hangingPunct="1"/>
            <a:r>
              <a:rPr lang="en-US" altLang="en-US"/>
              <a:t>Boolean and Comparison Instructions</a:t>
            </a:r>
          </a:p>
          <a:p>
            <a:pPr eaLnBrk="1" hangingPunct="1"/>
            <a:r>
              <a:rPr lang="en-US" altLang="en-US"/>
              <a:t>Conditional Jumps</a:t>
            </a:r>
          </a:p>
          <a:p>
            <a:pPr eaLnBrk="1" hangingPunct="1"/>
            <a:r>
              <a:rPr lang="en-US" altLang="en-US"/>
              <a:t>Conditional Loop Instructions</a:t>
            </a:r>
          </a:p>
          <a:p>
            <a:pPr eaLnBrk="1" hangingPunct="1"/>
            <a:r>
              <a:rPr lang="en-US" altLang="en-US" b="1">
                <a:solidFill>
                  <a:schemeClr val="tx2"/>
                </a:solidFill>
              </a:rPr>
              <a:t>Conditional Structures</a:t>
            </a:r>
          </a:p>
          <a:p>
            <a:pPr eaLnBrk="1" hangingPunct="1"/>
            <a:r>
              <a:rPr lang="en-US" altLang="en-US"/>
              <a:t>Application: Finite-State Machines</a:t>
            </a:r>
          </a:p>
          <a:p>
            <a:pPr eaLnBrk="1" hangingPunct="1"/>
            <a:r>
              <a:rPr lang="en-US" altLang="en-US"/>
              <a:t>Conditional Control Flow Directives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Footer Placeholder 3">
            <a:extLst>
              <a:ext uri="{FF2B5EF4-FFF2-40B4-BE49-F238E27FC236}">
                <a16:creationId xmlns:a16="http://schemas.microsoft.com/office/drawing/2014/main" id="{69DE851C-FC37-9C41-96FA-DA7D8ED99C9C}"/>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72706" name="Slide Number Placeholder 4">
            <a:extLst>
              <a:ext uri="{FF2B5EF4-FFF2-40B4-BE49-F238E27FC236}">
                <a16:creationId xmlns:a16="http://schemas.microsoft.com/office/drawing/2014/main" id="{6A601D92-142A-E143-9DCF-35D0F9ED04C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7FB27D92-90A9-AF47-89C5-839DE8EC25AA}" type="slidenum">
              <a:rPr lang="en-US" altLang="en-US" sz="1600">
                <a:latin typeface="Times New Roman" panose="02020603050405020304" pitchFamily="18" charset="0"/>
              </a:rPr>
              <a:pPr>
                <a:spcBef>
                  <a:spcPct val="0"/>
                </a:spcBef>
                <a:buClrTx/>
                <a:buFontTx/>
                <a:buNone/>
              </a:pPr>
              <a:t>30</a:t>
            </a:fld>
            <a:endParaRPr lang="en-US" altLang="en-US" sz="1600">
              <a:latin typeface="Times New Roman" panose="02020603050405020304" pitchFamily="18" charset="0"/>
            </a:endParaRPr>
          </a:p>
        </p:txBody>
      </p:sp>
      <p:sp>
        <p:nvSpPr>
          <p:cNvPr id="133122" name="Rectangle 2">
            <a:extLst>
              <a:ext uri="{FF2B5EF4-FFF2-40B4-BE49-F238E27FC236}">
                <a16:creationId xmlns:a16="http://schemas.microsoft.com/office/drawing/2014/main" id="{F9B83918-5527-C143-827A-C812E533368C}"/>
              </a:ext>
            </a:extLst>
          </p:cNvPr>
          <p:cNvSpPr>
            <a:spLocks noGrp="1" noChangeArrowheads="1"/>
          </p:cNvSpPr>
          <p:nvPr>
            <p:ph type="title"/>
          </p:nvPr>
        </p:nvSpPr>
        <p:spPr/>
        <p:txBody>
          <a:bodyPr/>
          <a:lstStyle/>
          <a:p>
            <a:pPr eaLnBrk="1" hangingPunct="1">
              <a:defRPr/>
            </a:pPr>
            <a:r>
              <a:rPr lang="en-US"/>
              <a:t>Table-Driven Selection</a:t>
            </a:r>
            <a:r>
              <a:rPr lang="en-US" sz="2400"/>
              <a:t>  (1 of 4)</a:t>
            </a:r>
            <a:endParaRPr lang="en-US"/>
          </a:p>
        </p:txBody>
      </p:sp>
      <p:sp>
        <p:nvSpPr>
          <p:cNvPr id="72708" name="Rectangle 3">
            <a:extLst>
              <a:ext uri="{FF2B5EF4-FFF2-40B4-BE49-F238E27FC236}">
                <a16:creationId xmlns:a16="http://schemas.microsoft.com/office/drawing/2014/main" id="{00B55DBC-AF2C-534F-A567-AF3E0AFABB84}"/>
              </a:ext>
            </a:extLst>
          </p:cNvPr>
          <p:cNvSpPr>
            <a:spLocks noGrp="1" noChangeArrowheads="1"/>
          </p:cNvSpPr>
          <p:nvPr>
            <p:ph type="body" idx="1"/>
          </p:nvPr>
        </p:nvSpPr>
        <p:spPr>
          <a:xfrm>
            <a:off x="914400" y="1600200"/>
            <a:ext cx="7010400" cy="3657600"/>
          </a:xfrm>
        </p:spPr>
        <p:txBody>
          <a:bodyPr/>
          <a:lstStyle/>
          <a:p>
            <a:pPr eaLnBrk="1" hangingPunct="1"/>
            <a:r>
              <a:rPr lang="en-US" altLang="en-US"/>
              <a:t>Table-driven selection uses a table lookup to replace a multiway selection structure</a:t>
            </a:r>
          </a:p>
          <a:p>
            <a:pPr eaLnBrk="1" hangingPunct="1"/>
            <a:r>
              <a:rPr lang="en-US" altLang="en-US"/>
              <a:t>Create a table containing lookup values and the offsets of labels or procedures</a:t>
            </a:r>
          </a:p>
          <a:p>
            <a:pPr eaLnBrk="1" hangingPunct="1"/>
            <a:r>
              <a:rPr lang="en-US" altLang="en-US"/>
              <a:t>Use a loop to search the table</a:t>
            </a:r>
          </a:p>
          <a:p>
            <a:pPr eaLnBrk="1" hangingPunct="1"/>
            <a:r>
              <a:rPr lang="en-US" altLang="en-US"/>
              <a:t>Suited to a large number of comparisons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913A6-34C8-5246-8D99-B259BAA2438C}"/>
              </a:ext>
            </a:extLst>
          </p:cNvPr>
          <p:cNvSpPr>
            <a:spLocks noGrp="1"/>
          </p:cNvSpPr>
          <p:nvPr>
            <p:ph type="title"/>
          </p:nvPr>
        </p:nvSpPr>
        <p:spPr/>
        <p:txBody>
          <a:bodyPr/>
          <a:lstStyle/>
          <a:p>
            <a:r>
              <a:rPr lang="en-US" dirty="0"/>
              <a:t>Case Table</a:t>
            </a:r>
          </a:p>
        </p:txBody>
      </p:sp>
      <p:sp>
        <p:nvSpPr>
          <p:cNvPr id="3" name="Content Placeholder 2">
            <a:extLst>
              <a:ext uri="{FF2B5EF4-FFF2-40B4-BE49-F238E27FC236}">
                <a16:creationId xmlns:a16="http://schemas.microsoft.com/office/drawing/2014/main" id="{DCF6EBAA-E31F-314B-B989-D9A5E5C18588}"/>
              </a:ext>
            </a:extLst>
          </p:cNvPr>
          <p:cNvSpPr>
            <a:spLocks noGrp="1"/>
          </p:cNvSpPr>
          <p:nvPr>
            <p:ph idx="1"/>
          </p:nvPr>
        </p:nvSpPr>
        <p:spPr/>
        <p:txBody>
          <a:bodyPr/>
          <a:lstStyle/>
          <a:p>
            <a:pPr marL="0" indent="0">
              <a:buNone/>
            </a:pPr>
            <a:r>
              <a:rPr lang="en-US" dirty="0"/>
              <a:t>Case (x) </a:t>
            </a:r>
          </a:p>
          <a:p>
            <a:pPr marL="0" indent="0">
              <a:buNone/>
            </a:pPr>
            <a:r>
              <a:rPr lang="en-US" dirty="0"/>
              <a:t>       A: Call </a:t>
            </a:r>
            <a:r>
              <a:rPr lang="en-US" dirty="0" err="1"/>
              <a:t>Process_A</a:t>
            </a:r>
            <a:endParaRPr lang="en-US" dirty="0"/>
          </a:p>
          <a:p>
            <a:pPr marL="457200" lvl="1" indent="0">
              <a:buNone/>
            </a:pPr>
            <a:r>
              <a:rPr lang="en-US" dirty="0"/>
              <a:t>  B: Call </a:t>
            </a:r>
            <a:r>
              <a:rPr lang="en-US" dirty="0" err="1"/>
              <a:t>Process_B</a:t>
            </a:r>
            <a:endParaRPr lang="en-US" dirty="0"/>
          </a:p>
          <a:p>
            <a:pPr marL="457200" lvl="1" indent="0">
              <a:buNone/>
            </a:pPr>
            <a:r>
              <a:rPr lang="en-US" dirty="0"/>
              <a:t>  C: Call </a:t>
            </a:r>
            <a:r>
              <a:rPr lang="en-US" dirty="0" err="1"/>
              <a:t>Process_C</a:t>
            </a:r>
            <a:endParaRPr lang="en-US" dirty="0"/>
          </a:p>
          <a:p>
            <a:pPr marL="457200" lvl="1" indent="0">
              <a:buNone/>
            </a:pPr>
            <a:r>
              <a:rPr lang="en-US" dirty="0"/>
              <a:t>  D:  Call </a:t>
            </a:r>
            <a:r>
              <a:rPr lang="en-US" dirty="0" err="1"/>
              <a:t>Process_D</a:t>
            </a:r>
            <a:endParaRPr lang="en-US" dirty="0"/>
          </a:p>
          <a:p>
            <a:pPr marL="57150" indent="0">
              <a:buNone/>
            </a:pPr>
            <a:r>
              <a:rPr lang="en-US" dirty="0"/>
              <a:t>End Case</a:t>
            </a:r>
          </a:p>
          <a:p>
            <a:pPr marL="457200" lvl="1" indent="0">
              <a:buNone/>
            </a:pPr>
            <a:endParaRPr lang="en-US" dirty="0"/>
          </a:p>
        </p:txBody>
      </p:sp>
      <p:sp>
        <p:nvSpPr>
          <p:cNvPr id="4" name="Footer Placeholder 3">
            <a:extLst>
              <a:ext uri="{FF2B5EF4-FFF2-40B4-BE49-F238E27FC236}">
                <a16:creationId xmlns:a16="http://schemas.microsoft.com/office/drawing/2014/main" id="{E5B6C6EE-5FA1-9E4B-BDF1-A77791943CFD}"/>
              </a:ext>
            </a:extLst>
          </p:cNvPr>
          <p:cNvSpPr>
            <a:spLocks noGrp="1"/>
          </p:cNvSpPr>
          <p:nvPr>
            <p:ph type="ftr" sz="quarter" idx="10"/>
          </p:nvPr>
        </p:nvSpPr>
        <p:spPr/>
        <p:txBody>
          <a:bodyPr/>
          <a:lstStyle/>
          <a:p>
            <a:pPr>
              <a:defRPr/>
            </a:pPr>
            <a:r>
              <a:rPr lang="en-US"/>
              <a:t>Irvine, Kip R. Assembly Language for x86 Processors 6/e, 2010.</a:t>
            </a:r>
          </a:p>
        </p:txBody>
      </p:sp>
      <p:sp>
        <p:nvSpPr>
          <p:cNvPr id="5" name="Slide Number Placeholder 4">
            <a:extLst>
              <a:ext uri="{FF2B5EF4-FFF2-40B4-BE49-F238E27FC236}">
                <a16:creationId xmlns:a16="http://schemas.microsoft.com/office/drawing/2014/main" id="{CEE8F785-E32E-2E49-B743-BE8866624DE5}"/>
              </a:ext>
            </a:extLst>
          </p:cNvPr>
          <p:cNvSpPr>
            <a:spLocks noGrp="1"/>
          </p:cNvSpPr>
          <p:nvPr>
            <p:ph type="sldNum" sz="quarter" idx="11"/>
          </p:nvPr>
        </p:nvSpPr>
        <p:spPr/>
        <p:txBody>
          <a:bodyPr/>
          <a:lstStyle/>
          <a:p>
            <a:pPr>
              <a:defRPr/>
            </a:pPr>
            <a:fld id="{4B7ED005-1545-1044-84E3-C8814C4CBFD7}" type="slidenum">
              <a:rPr lang="en-US" altLang="en-US" smtClean="0"/>
              <a:pPr>
                <a:defRPr/>
              </a:pPr>
              <a:t>31</a:t>
            </a:fld>
            <a:endParaRPr lang="en-US" altLang="en-US"/>
          </a:p>
        </p:txBody>
      </p:sp>
    </p:spTree>
    <p:extLst>
      <p:ext uri="{BB962C8B-B14F-4D97-AF65-F5344CB8AC3E}">
        <p14:creationId xmlns:p14="http://schemas.microsoft.com/office/powerpoint/2010/main" val="629587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B0B4-7774-1646-92B7-048583CFD320}"/>
              </a:ext>
            </a:extLst>
          </p:cNvPr>
          <p:cNvSpPr>
            <a:spLocks noGrp="1"/>
          </p:cNvSpPr>
          <p:nvPr>
            <p:ph type="title"/>
          </p:nvPr>
        </p:nvSpPr>
        <p:spPr>
          <a:xfrm>
            <a:off x="685800" y="228600"/>
            <a:ext cx="7772400" cy="1219200"/>
          </a:xfrm>
        </p:spPr>
        <p:txBody>
          <a:bodyPr/>
          <a:lstStyle/>
          <a:p>
            <a:r>
              <a:rPr lang="en-US" dirty="0"/>
              <a:t>Step 1 a: Set of Procedures that will be called</a:t>
            </a:r>
          </a:p>
        </p:txBody>
      </p:sp>
      <p:sp>
        <p:nvSpPr>
          <p:cNvPr id="3" name="Footer Placeholder 2">
            <a:extLst>
              <a:ext uri="{FF2B5EF4-FFF2-40B4-BE49-F238E27FC236}">
                <a16:creationId xmlns:a16="http://schemas.microsoft.com/office/drawing/2014/main" id="{CC89FC12-D372-F749-989B-DA893E272100}"/>
              </a:ext>
            </a:extLst>
          </p:cNvPr>
          <p:cNvSpPr>
            <a:spLocks noGrp="1"/>
          </p:cNvSpPr>
          <p:nvPr>
            <p:ph type="ftr" sz="quarter" idx="10"/>
          </p:nvPr>
        </p:nvSpPr>
        <p:spPr>
          <a:xfrm>
            <a:off x="381000" y="6400800"/>
            <a:ext cx="4724400" cy="304800"/>
          </a:xfrm>
        </p:spPr>
        <p:txBody>
          <a:bodyPr/>
          <a:lstStyle/>
          <a:p>
            <a:pPr>
              <a:defRPr/>
            </a:pPr>
            <a:r>
              <a:rPr lang="en-US"/>
              <a:t>Irvine, Kip R. Assembly Language for x86 Processors 6/e, 2010.</a:t>
            </a:r>
          </a:p>
        </p:txBody>
      </p:sp>
      <p:sp>
        <p:nvSpPr>
          <p:cNvPr id="4" name="Slide Number Placeholder 3">
            <a:extLst>
              <a:ext uri="{FF2B5EF4-FFF2-40B4-BE49-F238E27FC236}">
                <a16:creationId xmlns:a16="http://schemas.microsoft.com/office/drawing/2014/main" id="{F779BF77-69A9-E14D-ACE5-5DDA55C043DE}"/>
              </a:ext>
            </a:extLst>
          </p:cNvPr>
          <p:cNvSpPr>
            <a:spLocks noGrp="1"/>
          </p:cNvSpPr>
          <p:nvPr>
            <p:ph type="sldNum" sz="quarter" idx="11"/>
          </p:nvPr>
        </p:nvSpPr>
        <p:spPr/>
        <p:txBody>
          <a:bodyPr/>
          <a:lstStyle/>
          <a:p>
            <a:pPr>
              <a:defRPr/>
            </a:pPr>
            <a:fld id="{1CAE585C-2C52-8843-87A1-F0B59ACF7063}" type="slidenum">
              <a:rPr lang="en-US" altLang="en-US" smtClean="0"/>
              <a:pPr>
                <a:defRPr/>
              </a:pPr>
              <a:t>32</a:t>
            </a:fld>
            <a:endParaRPr lang="en-US" altLang="en-US"/>
          </a:p>
        </p:txBody>
      </p:sp>
      <p:sp>
        <p:nvSpPr>
          <p:cNvPr id="6" name="Rectangle 5">
            <a:extLst>
              <a:ext uri="{FF2B5EF4-FFF2-40B4-BE49-F238E27FC236}">
                <a16:creationId xmlns:a16="http://schemas.microsoft.com/office/drawing/2014/main" id="{B8CF6DC7-5611-7F4F-89B2-9813AFB70FE3}"/>
              </a:ext>
            </a:extLst>
          </p:cNvPr>
          <p:cNvSpPr/>
          <p:nvPr/>
        </p:nvSpPr>
        <p:spPr>
          <a:xfrm>
            <a:off x="722290" y="1720840"/>
            <a:ext cx="7467600" cy="2923877"/>
          </a:xfrm>
          <a:prstGeom prst="rect">
            <a:avLst/>
          </a:prstGeom>
        </p:spPr>
        <p:txBody>
          <a:bodyPr wrap="square">
            <a:spAutoFit/>
          </a:bodyPr>
          <a:lstStyle/>
          <a:p>
            <a:r>
              <a:rPr lang="en-US" sz="2000" dirty="0" err="1">
                <a:effectLst/>
                <a:latin typeface="Courier" pitchFamily="2" charset="0"/>
              </a:rPr>
              <a:t>Process_A</a:t>
            </a:r>
            <a:r>
              <a:rPr lang="en-US" sz="2000" dirty="0">
                <a:effectLst/>
                <a:latin typeface="Courier" pitchFamily="2" charset="0"/>
              </a:rPr>
              <a:t> PROC</a:t>
            </a:r>
            <a:br>
              <a:rPr lang="en-US" sz="2000" dirty="0">
                <a:effectLst/>
                <a:latin typeface="Courier" pitchFamily="2" charset="0"/>
              </a:rPr>
            </a:br>
            <a:r>
              <a:rPr lang="en-US" sz="2000" dirty="0">
                <a:effectLst/>
                <a:latin typeface="Courier" pitchFamily="2" charset="0"/>
              </a:rPr>
              <a:t>	mov </a:t>
            </a:r>
            <a:r>
              <a:rPr lang="en-US" sz="2000" dirty="0" err="1">
                <a:effectLst/>
                <a:latin typeface="Courier" pitchFamily="2" charset="0"/>
              </a:rPr>
              <a:t>edx,OFFSET</a:t>
            </a:r>
            <a:r>
              <a:rPr lang="en-US" sz="2000" dirty="0">
                <a:effectLst/>
                <a:latin typeface="Courier" pitchFamily="2" charset="0"/>
              </a:rPr>
              <a:t> </a:t>
            </a:r>
            <a:r>
              <a:rPr lang="en-US" sz="2000" dirty="0" err="1">
                <a:effectLst/>
                <a:latin typeface="Courier" pitchFamily="2" charset="0"/>
              </a:rPr>
              <a:t>msgA</a:t>
            </a:r>
            <a:r>
              <a:rPr lang="en-US" sz="2000" dirty="0">
                <a:effectLst/>
                <a:latin typeface="Courier" pitchFamily="2" charset="0"/>
              </a:rPr>
              <a:t> </a:t>
            </a:r>
          </a:p>
          <a:p>
            <a:r>
              <a:rPr lang="en-US" sz="2000" dirty="0">
                <a:effectLst/>
                <a:latin typeface="Courier" pitchFamily="2" charset="0"/>
              </a:rPr>
              <a:t>	ret </a:t>
            </a:r>
            <a:endParaRPr lang="en-US" sz="2000" dirty="0"/>
          </a:p>
          <a:p>
            <a:r>
              <a:rPr lang="en-US" sz="2000" dirty="0" err="1">
                <a:effectLst/>
                <a:latin typeface="Courier" pitchFamily="2" charset="0"/>
              </a:rPr>
              <a:t>Process_A</a:t>
            </a:r>
            <a:r>
              <a:rPr lang="en-US" sz="2000" dirty="0">
                <a:effectLst/>
                <a:latin typeface="Courier" pitchFamily="2" charset="0"/>
              </a:rPr>
              <a:t> ENDP </a:t>
            </a:r>
          </a:p>
          <a:p>
            <a:endParaRPr lang="en-US" sz="2000" dirty="0">
              <a:latin typeface="Courier" pitchFamily="2" charset="0"/>
            </a:endParaRPr>
          </a:p>
          <a:p>
            <a:r>
              <a:rPr lang="en-US" sz="2000" dirty="0" err="1">
                <a:effectLst/>
                <a:latin typeface="Courier" pitchFamily="2" charset="0"/>
              </a:rPr>
              <a:t>Process_B</a:t>
            </a:r>
            <a:r>
              <a:rPr lang="en-US" sz="2000" dirty="0">
                <a:effectLst/>
                <a:latin typeface="Courier" pitchFamily="2" charset="0"/>
              </a:rPr>
              <a:t> PROC</a:t>
            </a:r>
            <a:br>
              <a:rPr lang="en-US" sz="2000" dirty="0">
                <a:effectLst/>
                <a:latin typeface="Courier" pitchFamily="2" charset="0"/>
              </a:rPr>
            </a:br>
            <a:r>
              <a:rPr lang="en-US" sz="2000" dirty="0">
                <a:effectLst/>
                <a:latin typeface="Courier" pitchFamily="2" charset="0"/>
              </a:rPr>
              <a:t>	mov </a:t>
            </a:r>
            <a:r>
              <a:rPr lang="en-US" sz="2000" dirty="0" err="1">
                <a:effectLst/>
                <a:latin typeface="Courier" pitchFamily="2" charset="0"/>
              </a:rPr>
              <a:t>edx,OFFSET</a:t>
            </a:r>
            <a:r>
              <a:rPr lang="en-US" sz="2000" dirty="0">
                <a:effectLst/>
                <a:latin typeface="Courier" pitchFamily="2" charset="0"/>
              </a:rPr>
              <a:t> </a:t>
            </a:r>
            <a:r>
              <a:rPr lang="en-US" sz="2000" dirty="0" err="1">
                <a:effectLst/>
                <a:latin typeface="Courier" pitchFamily="2" charset="0"/>
              </a:rPr>
              <a:t>msgB</a:t>
            </a:r>
            <a:r>
              <a:rPr lang="en-US" sz="2000" dirty="0">
                <a:effectLst/>
                <a:latin typeface="Courier" pitchFamily="2" charset="0"/>
              </a:rPr>
              <a:t> </a:t>
            </a:r>
          </a:p>
          <a:p>
            <a:r>
              <a:rPr lang="en-US" sz="2000" dirty="0">
                <a:effectLst/>
                <a:latin typeface="Courier" pitchFamily="2" charset="0"/>
              </a:rPr>
              <a:t>	ret </a:t>
            </a:r>
            <a:endParaRPr lang="en-US" sz="2000" dirty="0"/>
          </a:p>
          <a:p>
            <a:r>
              <a:rPr lang="en-US" sz="2000" dirty="0" err="1">
                <a:effectLst/>
                <a:latin typeface="Courier" pitchFamily="2" charset="0"/>
              </a:rPr>
              <a:t>Process_B</a:t>
            </a:r>
            <a:r>
              <a:rPr lang="en-US" sz="2000" dirty="0">
                <a:effectLst/>
                <a:latin typeface="Courier" pitchFamily="2" charset="0"/>
              </a:rPr>
              <a:t> ENDP </a:t>
            </a:r>
          </a:p>
        </p:txBody>
      </p:sp>
    </p:spTree>
    <p:extLst>
      <p:ext uri="{BB962C8B-B14F-4D97-AF65-F5344CB8AC3E}">
        <p14:creationId xmlns:p14="http://schemas.microsoft.com/office/powerpoint/2010/main" val="13868195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B0B4-7774-1646-92B7-048583CFD320}"/>
              </a:ext>
            </a:extLst>
          </p:cNvPr>
          <p:cNvSpPr>
            <a:spLocks noGrp="1"/>
          </p:cNvSpPr>
          <p:nvPr>
            <p:ph type="title"/>
          </p:nvPr>
        </p:nvSpPr>
        <p:spPr/>
        <p:txBody>
          <a:bodyPr/>
          <a:lstStyle/>
          <a:p>
            <a:r>
              <a:rPr lang="en-US" dirty="0"/>
              <a:t>Set of Procedures</a:t>
            </a:r>
          </a:p>
        </p:txBody>
      </p:sp>
      <p:sp>
        <p:nvSpPr>
          <p:cNvPr id="3" name="Footer Placeholder 2">
            <a:extLst>
              <a:ext uri="{FF2B5EF4-FFF2-40B4-BE49-F238E27FC236}">
                <a16:creationId xmlns:a16="http://schemas.microsoft.com/office/drawing/2014/main" id="{CC89FC12-D372-F749-989B-DA893E272100}"/>
              </a:ext>
            </a:extLst>
          </p:cNvPr>
          <p:cNvSpPr>
            <a:spLocks noGrp="1"/>
          </p:cNvSpPr>
          <p:nvPr>
            <p:ph type="ftr" sz="quarter" idx="10"/>
          </p:nvPr>
        </p:nvSpPr>
        <p:spPr/>
        <p:txBody>
          <a:bodyPr/>
          <a:lstStyle/>
          <a:p>
            <a:pPr>
              <a:defRPr/>
            </a:pPr>
            <a:r>
              <a:rPr lang="en-US"/>
              <a:t>Irvine, Kip R. Assembly Language for x86 Processors 6/e, 2010.</a:t>
            </a:r>
          </a:p>
        </p:txBody>
      </p:sp>
      <p:sp>
        <p:nvSpPr>
          <p:cNvPr id="4" name="Slide Number Placeholder 3">
            <a:extLst>
              <a:ext uri="{FF2B5EF4-FFF2-40B4-BE49-F238E27FC236}">
                <a16:creationId xmlns:a16="http://schemas.microsoft.com/office/drawing/2014/main" id="{F779BF77-69A9-E14D-ACE5-5DDA55C043DE}"/>
              </a:ext>
            </a:extLst>
          </p:cNvPr>
          <p:cNvSpPr>
            <a:spLocks noGrp="1"/>
          </p:cNvSpPr>
          <p:nvPr>
            <p:ph type="sldNum" sz="quarter" idx="11"/>
          </p:nvPr>
        </p:nvSpPr>
        <p:spPr/>
        <p:txBody>
          <a:bodyPr/>
          <a:lstStyle/>
          <a:p>
            <a:pPr>
              <a:defRPr/>
            </a:pPr>
            <a:fld id="{1CAE585C-2C52-8843-87A1-F0B59ACF7063}" type="slidenum">
              <a:rPr lang="en-US" altLang="en-US" smtClean="0"/>
              <a:pPr>
                <a:defRPr/>
              </a:pPr>
              <a:t>33</a:t>
            </a:fld>
            <a:endParaRPr lang="en-US" altLang="en-US"/>
          </a:p>
        </p:txBody>
      </p:sp>
      <p:sp>
        <p:nvSpPr>
          <p:cNvPr id="6" name="Rectangle 5">
            <a:extLst>
              <a:ext uri="{FF2B5EF4-FFF2-40B4-BE49-F238E27FC236}">
                <a16:creationId xmlns:a16="http://schemas.microsoft.com/office/drawing/2014/main" id="{B8CF6DC7-5611-7F4F-89B2-9813AFB70FE3}"/>
              </a:ext>
            </a:extLst>
          </p:cNvPr>
          <p:cNvSpPr/>
          <p:nvPr/>
        </p:nvSpPr>
        <p:spPr>
          <a:xfrm>
            <a:off x="685800" y="1166843"/>
            <a:ext cx="7467600" cy="3293209"/>
          </a:xfrm>
          <a:prstGeom prst="rect">
            <a:avLst/>
          </a:prstGeom>
        </p:spPr>
        <p:txBody>
          <a:bodyPr wrap="square">
            <a:spAutoFit/>
          </a:bodyPr>
          <a:lstStyle/>
          <a:p>
            <a:endParaRPr lang="en-US" sz="2400" dirty="0">
              <a:effectLst/>
              <a:latin typeface="Courier" pitchFamily="2" charset="0"/>
            </a:endParaRPr>
          </a:p>
          <a:p>
            <a:r>
              <a:rPr lang="en-US" sz="2000" dirty="0" err="1">
                <a:effectLst/>
                <a:latin typeface="Courier" pitchFamily="2" charset="0"/>
              </a:rPr>
              <a:t>Process_C</a:t>
            </a:r>
            <a:r>
              <a:rPr lang="en-US" sz="2000" dirty="0">
                <a:effectLst/>
                <a:latin typeface="Courier" pitchFamily="2" charset="0"/>
              </a:rPr>
              <a:t> PROC</a:t>
            </a:r>
            <a:br>
              <a:rPr lang="en-US" sz="2000" dirty="0">
                <a:effectLst/>
                <a:latin typeface="Courier" pitchFamily="2" charset="0"/>
              </a:rPr>
            </a:br>
            <a:r>
              <a:rPr lang="en-US" sz="2000" dirty="0">
                <a:effectLst/>
                <a:latin typeface="Courier" pitchFamily="2" charset="0"/>
              </a:rPr>
              <a:t>	mov </a:t>
            </a:r>
            <a:r>
              <a:rPr lang="en-US" sz="2000" dirty="0" err="1">
                <a:effectLst/>
                <a:latin typeface="Courier" pitchFamily="2" charset="0"/>
              </a:rPr>
              <a:t>edx,OFFSET</a:t>
            </a:r>
            <a:r>
              <a:rPr lang="en-US" sz="2000" dirty="0">
                <a:effectLst/>
                <a:latin typeface="Courier" pitchFamily="2" charset="0"/>
              </a:rPr>
              <a:t> </a:t>
            </a:r>
            <a:r>
              <a:rPr lang="en-US" sz="2000" dirty="0" err="1">
                <a:effectLst/>
                <a:latin typeface="Courier" pitchFamily="2" charset="0"/>
              </a:rPr>
              <a:t>msgC</a:t>
            </a:r>
            <a:r>
              <a:rPr lang="en-US" sz="2000" dirty="0">
                <a:effectLst/>
                <a:latin typeface="Courier" pitchFamily="2" charset="0"/>
              </a:rPr>
              <a:t> </a:t>
            </a:r>
          </a:p>
          <a:p>
            <a:r>
              <a:rPr lang="en-US" sz="2000" dirty="0">
                <a:effectLst/>
                <a:latin typeface="Courier" pitchFamily="2" charset="0"/>
              </a:rPr>
              <a:t>	ret </a:t>
            </a:r>
            <a:endParaRPr lang="en-US" sz="2000" dirty="0"/>
          </a:p>
          <a:p>
            <a:r>
              <a:rPr lang="en-US" sz="2000" dirty="0" err="1">
                <a:effectLst/>
                <a:latin typeface="Courier" pitchFamily="2" charset="0"/>
              </a:rPr>
              <a:t>Process_C</a:t>
            </a:r>
            <a:r>
              <a:rPr lang="en-US" sz="2000" dirty="0">
                <a:effectLst/>
                <a:latin typeface="Courier" pitchFamily="2" charset="0"/>
              </a:rPr>
              <a:t> ENDP </a:t>
            </a:r>
          </a:p>
          <a:p>
            <a:endParaRPr lang="en-US" sz="2000" dirty="0">
              <a:latin typeface="Courier" pitchFamily="2" charset="0"/>
            </a:endParaRPr>
          </a:p>
          <a:p>
            <a:r>
              <a:rPr lang="en-US" sz="2000" dirty="0" err="1">
                <a:effectLst/>
                <a:latin typeface="Courier" pitchFamily="2" charset="0"/>
              </a:rPr>
              <a:t>Process_D</a:t>
            </a:r>
            <a:r>
              <a:rPr lang="en-US" sz="2000" dirty="0">
                <a:effectLst/>
                <a:latin typeface="Courier" pitchFamily="2" charset="0"/>
              </a:rPr>
              <a:t> PROC</a:t>
            </a:r>
            <a:br>
              <a:rPr lang="en-US" sz="2000" dirty="0">
                <a:effectLst/>
                <a:latin typeface="Courier" pitchFamily="2" charset="0"/>
              </a:rPr>
            </a:br>
            <a:r>
              <a:rPr lang="en-US" sz="2000" dirty="0">
                <a:effectLst/>
                <a:latin typeface="Courier" pitchFamily="2" charset="0"/>
              </a:rPr>
              <a:t>	mov </a:t>
            </a:r>
            <a:r>
              <a:rPr lang="en-US" sz="2000" dirty="0" err="1">
                <a:effectLst/>
                <a:latin typeface="Courier" pitchFamily="2" charset="0"/>
              </a:rPr>
              <a:t>edx,OFFSET</a:t>
            </a:r>
            <a:r>
              <a:rPr lang="en-US" sz="2000" dirty="0">
                <a:effectLst/>
                <a:latin typeface="Courier" pitchFamily="2" charset="0"/>
              </a:rPr>
              <a:t> </a:t>
            </a:r>
            <a:r>
              <a:rPr lang="en-US" sz="2000" dirty="0" err="1">
                <a:effectLst/>
                <a:latin typeface="Courier" pitchFamily="2" charset="0"/>
              </a:rPr>
              <a:t>msgD</a:t>
            </a:r>
            <a:r>
              <a:rPr lang="en-US" sz="2000" dirty="0">
                <a:effectLst/>
                <a:latin typeface="Courier" pitchFamily="2" charset="0"/>
              </a:rPr>
              <a:t> </a:t>
            </a:r>
          </a:p>
          <a:p>
            <a:r>
              <a:rPr lang="en-US" sz="2000" dirty="0">
                <a:effectLst/>
                <a:latin typeface="Courier" pitchFamily="2" charset="0"/>
              </a:rPr>
              <a:t>	ret </a:t>
            </a:r>
            <a:endParaRPr lang="en-US" sz="2000" dirty="0"/>
          </a:p>
          <a:p>
            <a:r>
              <a:rPr lang="en-US" sz="2000" dirty="0" err="1">
                <a:effectLst/>
                <a:latin typeface="Courier" pitchFamily="2" charset="0"/>
              </a:rPr>
              <a:t>Process_D</a:t>
            </a:r>
            <a:r>
              <a:rPr lang="en-US" sz="2000" dirty="0">
                <a:effectLst/>
                <a:latin typeface="Courier" pitchFamily="2" charset="0"/>
              </a:rPr>
              <a:t> ENDP</a:t>
            </a:r>
            <a:endParaRPr lang="en-US" dirty="0"/>
          </a:p>
        </p:txBody>
      </p:sp>
    </p:spTree>
    <p:extLst>
      <p:ext uri="{BB962C8B-B14F-4D97-AF65-F5344CB8AC3E}">
        <p14:creationId xmlns:p14="http://schemas.microsoft.com/office/powerpoint/2010/main" val="2900612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Footer Placeholder 2">
            <a:extLst>
              <a:ext uri="{FF2B5EF4-FFF2-40B4-BE49-F238E27FC236}">
                <a16:creationId xmlns:a16="http://schemas.microsoft.com/office/drawing/2014/main" id="{034E1E69-AF39-3F4B-8A8C-D71879FFE26C}"/>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73730" name="Slide Number Placeholder 3">
            <a:extLst>
              <a:ext uri="{FF2B5EF4-FFF2-40B4-BE49-F238E27FC236}">
                <a16:creationId xmlns:a16="http://schemas.microsoft.com/office/drawing/2014/main" id="{653B5269-6633-294C-AE01-BF75830A8F2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296986D5-B926-0149-981A-FBD3D00E3B18}" type="slidenum">
              <a:rPr lang="en-US" altLang="en-US" sz="1600">
                <a:latin typeface="Times New Roman" panose="02020603050405020304" pitchFamily="18" charset="0"/>
              </a:rPr>
              <a:pPr>
                <a:spcBef>
                  <a:spcPct val="0"/>
                </a:spcBef>
                <a:buClrTx/>
                <a:buFontTx/>
                <a:buNone/>
              </a:pPr>
              <a:t>34</a:t>
            </a:fld>
            <a:endParaRPr lang="en-US" altLang="en-US" sz="1600">
              <a:latin typeface="Times New Roman" panose="02020603050405020304" pitchFamily="18" charset="0"/>
            </a:endParaRPr>
          </a:p>
        </p:txBody>
      </p:sp>
      <p:sp>
        <p:nvSpPr>
          <p:cNvPr id="84994" name="Rectangle 2">
            <a:extLst>
              <a:ext uri="{FF2B5EF4-FFF2-40B4-BE49-F238E27FC236}">
                <a16:creationId xmlns:a16="http://schemas.microsoft.com/office/drawing/2014/main" id="{E1E1401D-5CCA-E846-8C9A-A8311575C73B}"/>
              </a:ext>
            </a:extLst>
          </p:cNvPr>
          <p:cNvSpPr>
            <a:spLocks noGrp="1" noChangeArrowheads="1"/>
          </p:cNvSpPr>
          <p:nvPr>
            <p:ph type="title"/>
          </p:nvPr>
        </p:nvSpPr>
        <p:spPr/>
        <p:txBody>
          <a:bodyPr/>
          <a:lstStyle/>
          <a:p>
            <a:pPr eaLnBrk="1" hangingPunct="1">
              <a:defRPr/>
            </a:pPr>
            <a:r>
              <a:rPr lang="en-US"/>
              <a:t>Table-Driven Selection</a:t>
            </a:r>
            <a:r>
              <a:rPr lang="en-US" sz="2400"/>
              <a:t>  (2 of 4)</a:t>
            </a:r>
            <a:endParaRPr lang="en-US"/>
          </a:p>
        </p:txBody>
      </p:sp>
      <p:sp>
        <p:nvSpPr>
          <p:cNvPr id="73732" name="Text Box 3">
            <a:extLst>
              <a:ext uri="{FF2B5EF4-FFF2-40B4-BE49-F238E27FC236}">
                <a16:creationId xmlns:a16="http://schemas.microsoft.com/office/drawing/2014/main" id="{F7B74FB3-BF40-6140-A280-65C25127C72B}"/>
              </a:ext>
            </a:extLst>
          </p:cNvPr>
          <p:cNvSpPr txBox="1">
            <a:spLocks noChangeArrowheads="1"/>
          </p:cNvSpPr>
          <p:nvPr/>
        </p:nvSpPr>
        <p:spPr bwMode="auto">
          <a:xfrm>
            <a:off x="762000" y="2057400"/>
            <a:ext cx="77724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marL="742950" indent="-28575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a:buNone/>
            </a:pPr>
            <a:r>
              <a:rPr lang="en-US" dirty="0" err="1"/>
              <a:t>msgA</a:t>
            </a:r>
            <a:r>
              <a:rPr lang="en-US" dirty="0"/>
              <a:t> BYTE "Process_A",0 </a:t>
            </a:r>
          </a:p>
          <a:p>
            <a:pPr>
              <a:buNone/>
            </a:pPr>
            <a:r>
              <a:rPr lang="en-US" dirty="0" err="1"/>
              <a:t>msgB</a:t>
            </a:r>
            <a:r>
              <a:rPr lang="en-US" dirty="0"/>
              <a:t> BYTE "Process_B",0 </a:t>
            </a:r>
          </a:p>
          <a:p>
            <a:pPr>
              <a:buNone/>
            </a:pPr>
            <a:r>
              <a:rPr lang="en-US" dirty="0" err="1"/>
              <a:t>msgC</a:t>
            </a:r>
            <a:r>
              <a:rPr lang="en-US" dirty="0"/>
              <a:t> BYTE "Process_C",0 </a:t>
            </a:r>
          </a:p>
          <a:p>
            <a:pPr>
              <a:buNone/>
            </a:pPr>
            <a:r>
              <a:rPr lang="en-US" dirty="0" err="1"/>
              <a:t>msgD</a:t>
            </a:r>
            <a:r>
              <a:rPr lang="en-US" dirty="0"/>
              <a:t> BYTE "Process_D",0 </a:t>
            </a:r>
            <a:endParaRPr lang="en-US" sz="1800" dirty="0"/>
          </a:p>
        </p:txBody>
      </p:sp>
      <p:sp>
        <p:nvSpPr>
          <p:cNvPr id="73733" name="Text Box 4">
            <a:extLst>
              <a:ext uri="{FF2B5EF4-FFF2-40B4-BE49-F238E27FC236}">
                <a16:creationId xmlns:a16="http://schemas.microsoft.com/office/drawing/2014/main" id="{CEF3C0C2-30B0-E546-9F79-95E4899D73B2}"/>
              </a:ext>
            </a:extLst>
          </p:cNvPr>
          <p:cNvSpPr txBox="1">
            <a:spLocks noChangeArrowheads="1"/>
          </p:cNvSpPr>
          <p:nvPr/>
        </p:nvSpPr>
        <p:spPr bwMode="auto">
          <a:xfrm>
            <a:off x="685800" y="1066800"/>
            <a:ext cx="7696200"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dirty="0"/>
              <a:t>Step 1a: Messages that the procedures will display</a:t>
            </a:r>
          </a:p>
        </p:txBody>
      </p:sp>
    </p:spTree>
    <p:extLst>
      <p:ext uri="{BB962C8B-B14F-4D97-AF65-F5344CB8AC3E}">
        <p14:creationId xmlns:p14="http://schemas.microsoft.com/office/powerpoint/2010/main" val="140100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Footer Placeholder 2">
            <a:extLst>
              <a:ext uri="{FF2B5EF4-FFF2-40B4-BE49-F238E27FC236}">
                <a16:creationId xmlns:a16="http://schemas.microsoft.com/office/drawing/2014/main" id="{034E1E69-AF39-3F4B-8A8C-D71879FFE26C}"/>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73730" name="Slide Number Placeholder 3">
            <a:extLst>
              <a:ext uri="{FF2B5EF4-FFF2-40B4-BE49-F238E27FC236}">
                <a16:creationId xmlns:a16="http://schemas.microsoft.com/office/drawing/2014/main" id="{653B5269-6633-294C-AE01-BF75830A8F2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296986D5-B926-0149-981A-FBD3D00E3B18}" type="slidenum">
              <a:rPr lang="en-US" altLang="en-US" sz="1600">
                <a:latin typeface="Times New Roman" panose="02020603050405020304" pitchFamily="18" charset="0"/>
              </a:rPr>
              <a:pPr>
                <a:spcBef>
                  <a:spcPct val="0"/>
                </a:spcBef>
                <a:buClrTx/>
                <a:buFontTx/>
                <a:buNone/>
              </a:pPr>
              <a:t>35</a:t>
            </a:fld>
            <a:endParaRPr lang="en-US" altLang="en-US" sz="1600">
              <a:latin typeface="Times New Roman" panose="02020603050405020304" pitchFamily="18" charset="0"/>
            </a:endParaRPr>
          </a:p>
        </p:txBody>
      </p:sp>
      <p:sp>
        <p:nvSpPr>
          <p:cNvPr id="84994" name="Rectangle 2">
            <a:extLst>
              <a:ext uri="{FF2B5EF4-FFF2-40B4-BE49-F238E27FC236}">
                <a16:creationId xmlns:a16="http://schemas.microsoft.com/office/drawing/2014/main" id="{E1E1401D-5CCA-E846-8C9A-A8311575C73B}"/>
              </a:ext>
            </a:extLst>
          </p:cNvPr>
          <p:cNvSpPr>
            <a:spLocks noGrp="1" noChangeArrowheads="1"/>
          </p:cNvSpPr>
          <p:nvPr>
            <p:ph type="title"/>
          </p:nvPr>
        </p:nvSpPr>
        <p:spPr/>
        <p:txBody>
          <a:bodyPr/>
          <a:lstStyle/>
          <a:p>
            <a:pPr eaLnBrk="1" hangingPunct="1">
              <a:defRPr/>
            </a:pPr>
            <a:r>
              <a:rPr lang="en-US"/>
              <a:t>Table-Driven Selection</a:t>
            </a:r>
            <a:r>
              <a:rPr lang="en-US" sz="2400"/>
              <a:t>  (2 of 4)</a:t>
            </a:r>
            <a:endParaRPr lang="en-US"/>
          </a:p>
        </p:txBody>
      </p:sp>
      <p:sp>
        <p:nvSpPr>
          <p:cNvPr id="73732" name="Text Box 3">
            <a:extLst>
              <a:ext uri="{FF2B5EF4-FFF2-40B4-BE49-F238E27FC236}">
                <a16:creationId xmlns:a16="http://schemas.microsoft.com/office/drawing/2014/main" id="{F7B74FB3-BF40-6140-A280-65C25127C72B}"/>
              </a:ext>
            </a:extLst>
          </p:cNvPr>
          <p:cNvSpPr txBox="1">
            <a:spLocks noChangeArrowheads="1"/>
          </p:cNvSpPr>
          <p:nvPr/>
        </p:nvSpPr>
        <p:spPr bwMode="auto">
          <a:xfrm>
            <a:off x="762000" y="2057400"/>
            <a:ext cx="77724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marL="742950" indent="-28575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800" b="1">
                <a:latin typeface="Courier New" panose="02070309020205020404" pitchFamily="49" charset="0"/>
              </a:rPr>
              <a:t>.data</a:t>
            </a:r>
          </a:p>
          <a:p>
            <a:pPr eaLnBrk="1" hangingPunct="1">
              <a:lnSpc>
                <a:spcPct val="50000"/>
              </a:lnSpc>
              <a:spcBef>
                <a:spcPct val="50000"/>
              </a:spcBef>
              <a:buClrTx/>
              <a:buFontTx/>
              <a:buNone/>
            </a:pPr>
            <a:r>
              <a:rPr lang="en-US" altLang="en-US" sz="1800" b="1">
                <a:latin typeface="Courier New" panose="02070309020205020404" pitchFamily="49" charset="0"/>
              </a:rPr>
              <a:t>CaseTable BYTE 'A'	; lookup value</a:t>
            </a:r>
          </a:p>
          <a:p>
            <a:pPr eaLnBrk="1" hangingPunct="1">
              <a:lnSpc>
                <a:spcPct val="50000"/>
              </a:lnSpc>
              <a:spcBef>
                <a:spcPct val="50000"/>
              </a:spcBef>
              <a:buClrTx/>
              <a:buFontTx/>
              <a:buNone/>
            </a:pPr>
            <a:r>
              <a:rPr lang="en-US" altLang="en-US" sz="1800" b="1">
                <a:latin typeface="Courier New" panose="02070309020205020404" pitchFamily="49" charset="0"/>
              </a:rPr>
              <a:t>	DWORD Process_A	; address of procedure</a:t>
            </a:r>
          </a:p>
          <a:p>
            <a:pPr eaLnBrk="1" hangingPunct="1">
              <a:lnSpc>
                <a:spcPct val="50000"/>
              </a:lnSpc>
              <a:spcBef>
                <a:spcPct val="50000"/>
              </a:spcBef>
              <a:buClrTx/>
              <a:buFontTx/>
              <a:buNone/>
            </a:pPr>
            <a:r>
              <a:rPr lang="en-US" altLang="en-US" sz="1800" b="1">
                <a:latin typeface="Courier New" panose="02070309020205020404" pitchFamily="49" charset="0"/>
              </a:rPr>
              <a:t>	EntrySize = ($ - CaseTable)</a:t>
            </a:r>
          </a:p>
          <a:p>
            <a:pPr eaLnBrk="1" hangingPunct="1">
              <a:lnSpc>
                <a:spcPct val="50000"/>
              </a:lnSpc>
              <a:spcBef>
                <a:spcPct val="50000"/>
              </a:spcBef>
              <a:buClrTx/>
              <a:buFontTx/>
              <a:buNone/>
            </a:pPr>
            <a:r>
              <a:rPr lang="en-US" altLang="en-US" sz="1800" b="1">
                <a:latin typeface="Courier New" panose="02070309020205020404" pitchFamily="49" charset="0"/>
              </a:rPr>
              <a:t>	BYTE 'B'</a:t>
            </a:r>
          </a:p>
          <a:p>
            <a:pPr eaLnBrk="1" hangingPunct="1">
              <a:lnSpc>
                <a:spcPct val="50000"/>
              </a:lnSpc>
              <a:spcBef>
                <a:spcPct val="50000"/>
              </a:spcBef>
              <a:buClrTx/>
              <a:buFontTx/>
              <a:buNone/>
            </a:pPr>
            <a:r>
              <a:rPr lang="en-US" altLang="en-US" sz="1800" b="1">
                <a:latin typeface="Courier New" panose="02070309020205020404" pitchFamily="49" charset="0"/>
              </a:rPr>
              <a:t>	DWORD Process_B</a:t>
            </a:r>
          </a:p>
          <a:p>
            <a:pPr eaLnBrk="1" hangingPunct="1">
              <a:lnSpc>
                <a:spcPct val="50000"/>
              </a:lnSpc>
              <a:spcBef>
                <a:spcPct val="50000"/>
              </a:spcBef>
              <a:buClrTx/>
              <a:buFontTx/>
              <a:buNone/>
            </a:pPr>
            <a:r>
              <a:rPr lang="en-US" altLang="en-US" sz="1800" b="1">
                <a:latin typeface="Courier New" panose="02070309020205020404" pitchFamily="49" charset="0"/>
              </a:rPr>
              <a:t>	BYTE 'C'</a:t>
            </a:r>
          </a:p>
          <a:p>
            <a:pPr eaLnBrk="1" hangingPunct="1">
              <a:lnSpc>
                <a:spcPct val="50000"/>
              </a:lnSpc>
              <a:spcBef>
                <a:spcPct val="50000"/>
              </a:spcBef>
              <a:buClrTx/>
              <a:buFontTx/>
              <a:buNone/>
            </a:pPr>
            <a:r>
              <a:rPr lang="en-US" altLang="en-US" sz="1800" b="1">
                <a:latin typeface="Courier New" panose="02070309020205020404" pitchFamily="49" charset="0"/>
              </a:rPr>
              <a:t>	DWORD Process_C</a:t>
            </a:r>
          </a:p>
          <a:p>
            <a:pPr eaLnBrk="1" hangingPunct="1">
              <a:lnSpc>
                <a:spcPct val="50000"/>
              </a:lnSpc>
              <a:spcBef>
                <a:spcPct val="50000"/>
              </a:spcBef>
              <a:buClrTx/>
              <a:buFontTx/>
              <a:buNone/>
            </a:pPr>
            <a:r>
              <a:rPr lang="en-US" altLang="en-US" sz="1800" b="1">
                <a:latin typeface="Courier New" panose="02070309020205020404" pitchFamily="49" charset="0"/>
              </a:rPr>
              <a:t>	BYTE 'D'</a:t>
            </a:r>
          </a:p>
          <a:p>
            <a:pPr eaLnBrk="1" hangingPunct="1">
              <a:lnSpc>
                <a:spcPct val="50000"/>
              </a:lnSpc>
              <a:spcBef>
                <a:spcPct val="50000"/>
              </a:spcBef>
              <a:buClrTx/>
              <a:buFontTx/>
              <a:buNone/>
            </a:pPr>
            <a:r>
              <a:rPr lang="en-US" altLang="en-US" sz="1800" b="1">
                <a:latin typeface="Courier New" panose="02070309020205020404" pitchFamily="49" charset="0"/>
              </a:rPr>
              <a:t>	DWORD Process_D</a:t>
            </a:r>
          </a:p>
          <a:p>
            <a:pPr eaLnBrk="1" hangingPunct="1">
              <a:lnSpc>
                <a:spcPct val="50000"/>
              </a:lnSpc>
              <a:spcBef>
                <a:spcPct val="50000"/>
              </a:spcBef>
              <a:buClrTx/>
              <a:buFontTx/>
              <a:buNone/>
            </a:pPr>
            <a:endParaRPr lang="en-US" altLang="en-US" sz="1800" b="1">
              <a:latin typeface="Courier New" panose="02070309020205020404" pitchFamily="49" charset="0"/>
            </a:endParaRPr>
          </a:p>
          <a:p>
            <a:pPr eaLnBrk="1" hangingPunct="1">
              <a:lnSpc>
                <a:spcPct val="50000"/>
              </a:lnSpc>
              <a:spcBef>
                <a:spcPct val="50000"/>
              </a:spcBef>
              <a:buClrTx/>
              <a:buFontTx/>
              <a:buNone/>
            </a:pPr>
            <a:r>
              <a:rPr lang="en-US" altLang="en-US" sz="1800" b="1">
                <a:latin typeface="Courier New" panose="02070309020205020404" pitchFamily="49" charset="0"/>
              </a:rPr>
              <a:t>NumberOfEntries = ($ - CaseTable) / EntrySize</a:t>
            </a:r>
          </a:p>
        </p:txBody>
      </p:sp>
      <p:sp>
        <p:nvSpPr>
          <p:cNvPr id="73733" name="Text Box 4">
            <a:extLst>
              <a:ext uri="{FF2B5EF4-FFF2-40B4-BE49-F238E27FC236}">
                <a16:creationId xmlns:a16="http://schemas.microsoft.com/office/drawing/2014/main" id="{CEF3C0C2-30B0-E546-9F79-95E4899D73B2}"/>
              </a:ext>
            </a:extLst>
          </p:cNvPr>
          <p:cNvSpPr txBox="1">
            <a:spLocks noChangeArrowheads="1"/>
          </p:cNvSpPr>
          <p:nvPr/>
        </p:nvSpPr>
        <p:spPr bwMode="auto">
          <a:xfrm>
            <a:off x="685800" y="1066800"/>
            <a:ext cx="76962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Step 1: create a table containing lookup values and procedure offsets:</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9CD04A3-73BA-A34B-B037-E57B1DA95B96}"/>
                  </a:ext>
                </a:extLst>
              </p14:cNvPr>
              <p14:cNvContentPartPr/>
              <p14:nvPr/>
            </p14:nvContentPartPr>
            <p14:xfrm>
              <a:off x="4077720" y="3142440"/>
              <a:ext cx="3591000" cy="1952280"/>
            </p14:xfrm>
          </p:contentPart>
        </mc:Choice>
        <mc:Fallback xmlns="">
          <p:pic>
            <p:nvPicPr>
              <p:cNvPr id="2" name="Ink 1">
                <a:extLst>
                  <a:ext uri="{FF2B5EF4-FFF2-40B4-BE49-F238E27FC236}">
                    <a16:creationId xmlns:a16="http://schemas.microsoft.com/office/drawing/2014/main" id="{49CD04A3-73BA-A34B-B037-E57B1DA95B96}"/>
                  </a:ext>
                </a:extLst>
              </p:cNvPr>
              <p:cNvPicPr/>
              <p:nvPr/>
            </p:nvPicPr>
            <p:blipFill>
              <a:blip r:embed="rId4"/>
              <a:stretch>
                <a:fillRect/>
              </a:stretch>
            </p:blipFill>
            <p:spPr>
              <a:xfrm>
                <a:off x="4061520" y="3126240"/>
                <a:ext cx="3623400" cy="1984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89972027-4A49-714C-88E9-392E26CECED4}"/>
                  </a:ext>
                </a:extLst>
              </p14:cNvPr>
              <p14:cNvContentPartPr/>
              <p14:nvPr/>
            </p14:nvContentPartPr>
            <p14:xfrm>
              <a:off x="648360" y="2670120"/>
              <a:ext cx="3409560" cy="2417400"/>
            </p14:xfrm>
          </p:contentPart>
        </mc:Choice>
        <mc:Fallback xmlns="">
          <p:pic>
            <p:nvPicPr>
              <p:cNvPr id="3" name="Ink 2">
                <a:extLst>
                  <a:ext uri="{FF2B5EF4-FFF2-40B4-BE49-F238E27FC236}">
                    <a16:creationId xmlns:a16="http://schemas.microsoft.com/office/drawing/2014/main" id="{89972027-4A49-714C-88E9-392E26CECED4}"/>
                  </a:ext>
                </a:extLst>
              </p:cNvPr>
              <p:cNvPicPr/>
              <p:nvPr/>
            </p:nvPicPr>
            <p:blipFill>
              <a:blip r:embed="rId6"/>
              <a:stretch>
                <a:fillRect/>
              </a:stretch>
            </p:blipFill>
            <p:spPr>
              <a:xfrm>
                <a:off x="632160" y="2653920"/>
                <a:ext cx="3441960" cy="2449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8BBEB309-36F2-6641-A91E-2D4A40CC1B54}"/>
                  </a:ext>
                </a:extLst>
              </p14:cNvPr>
              <p14:cNvContentPartPr/>
              <p14:nvPr/>
            </p14:nvContentPartPr>
            <p14:xfrm>
              <a:off x="198720" y="2007000"/>
              <a:ext cx="6536520" cy="4100760"/>
            </p14:xfrm>
          </p:contentPart>
        </mc:Choice>
        <mc:Fallback xmlns="">
          <p:pic>
            <p:nvPicPr>
              <p:cNvPr id="4" name="Ink 3">
                <a:extLst>
                  <a:ext uri="{FF2B5EF4-FFF2-40B4-BE49-F238E27FC236}">
                    <a16:creationId xmlns:a16="http://schemas.microsoft.com/office/drawing/2014/main" id="{8BBEB309-36F2-6641-A91E-2D4A40CC1B54}"/>
                  </a:ext>
                </a:extLst>
              </p:cNvPr>
              <p:cNvPicPr/>
              <p:nvPr/>
            </p:nvPicPr>
            <p:blipFill>
              <a:blip r:embed="rId8"/>
              <a:stretch>
                <a:fillRect/>
              </a:stretch>
            </p:blipFill>
            <p:spPr>
              <a:xfrm>
                <a:off x="182520" y="1997640"/>
                <a:ext cx="6562080" cy="4119480"/>
              </a:xfrm>
              <a:prstGeom prst="rect">
                <a:avLst/>
              </a:prstGeom>
            </p:spPr>
          </p:pic>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a:extLst>
              <a:ext uri="{FF2B5EF4-FFF2-40B4-BE49-F238E27FC236}">
                <a16:creationId xmlns:a16="http://schemas.microsoft.com/office/drawing/2014/main" id="{B80B60A0-545B-334C-91DD-1485BA61A13B}"/>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75778" name="Slide Number Placeholder 3">
            <a:extLst>
              <a:ext uri="{FF2B5EF4-FFF2-40B4-BE49-F238E27FC236}">
                <a16:creationId xmlns:a16="http://schemas.microsoft.com/office/drawing/2014/main" id="{E6A5FBF2-18C5-0A4E-84C7-8F58338B73A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37006311-02C9-914D-8C57-5F1B20E7DA34}" type="slidenum">
              <a:rPr lang="en-US" altLang="en-US" sz="1600">
                <a:latin typeface="Times New Roman" panose="02020603050405020304" pitchFamily="18" charset="0"/>
              </a:rPr>
              <a:pPr>
                <a:spcBef>
                  <a:spcPct val="0"/>
                </a:spcBef>
                <a:buClrTx/>
                <a:buFontTx/>
                <a:buNone/>
              </a:pPr>
              <a:t>36</a:t>
            </a:fld>
            <a:endParaRPr lang="en-US" altLang="en-US" sz="1600">
              <a:latin typeface="Times New Roman" panose="02020603050405020304" pitchFamily="18" charset="0"/>
            </a:endParaRPr>
          </a:p>
        </p:txBody>
      </p:sp>
      <p:sp>
        <p:nvSpPr>
          <p:cNvPr id="134146" name="Rectangle 2">
            <a:extLst>
              <a:ext uri="{FF2B5EF4-FFF2-40B4-BE49-F238E27FC236}">
                <a16:creationId xmlns:a16="http://schemas.microsoft.com/office/drawing/2014/main" id="{16600752-D012-C94C-883D-396678454D18}"/>
              </a:ext>
            </a:extLst>
          </p:cNvPr>
          <p:cNvSpPr>
            <a:spLocks noGrp="1" noChangeArrowheads="1"/>
          </p:cNvSpPr>
          <p:nvPr>
            <p:ph type="title"/>
          </p:nvPr>
        </p:nvSpPr>
        <p:spPr/>
        <p:txBody>
          <a:bodyPr/>
          <a:lstStyle/>
          <a:p>
            <a:pPr eaLnBrk="1" hangingPunct="1">
              <a:defRPr/>
            </a:pPr>
            <a:r>
              <a:rPr lang="en-US"/>
              <a:t>Table-Driven Selection</a:t>
            </a:r>
            <a:r>
              <a:rPr lang="en-US" sz="2400"/>
              <a:t>  (4 of 4)</a:t>
            </a:r>
            <a:endParaRPr lang="en-US"/>
          </a:p>
        </p:txBody>
      </p:sp>
      <p:sp>
        <p:nvSpPr>
          <p:cNvPr id="75780" name="Text Box 3">
            <a:extLst>
              <a:ext uri="{FF2B5EF4-FFF2-40B4-BE49-F238E27FC236}">
                <a16:creationId xmlns:a16="http://schemas.microsoft.com/office/drawing/2014/main" id="{B9E56407-D11C-844D-97D1-E1D8CD37A007}"/>
              </a:ext>
            </a:extLst>
          </p:cNvPr>
          <p:cNvSpPr txBox="1">
            <a:spLocks noChangeArrowheads="1"/>
          </p:cNvSpPr>
          <p:nvPr/>
        </p:nvSpPr>
        <p:spPr bwMode="auto">
          <a:xfrm>
            <a:off x="838200" y="2209800"/>
            <a:ext cx="77724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60" tIns="182880" rIns="137160" bIns="182880"/>
          <a:lstStyle>
            <a:lvl1pPr>
              <a:spcBef>
                <a:spcPct val="20000"/>
              </a:spcBef>
              <a:buClr>
                <a:schemeClr val="tx1"/>
              </a:buClr>
              <a:buChar char="•"/>
              <a:tabLst>
                <a:tab pos="457200" algn="l"/>
                <a:tab pos="4114800" algn="l"/>
              </a:tabLst>
              <a:defRPr sz="2400">
                <a:solidFill>
                  <a:schemeClr val="tx1"/>
                </a:solidFill>
                <a:latin typeface="Arial" panose="020B0604020202020204" pitchFamily="34" charset="0"/>
              </a:defRPr>
            </a:lvl1pPr>
            <a:lvl2pPr marL="742950" indent="-285750">
              <a:spcBef>
                <a:spcPct val="20000"/>
              </a:spcBef>
              <a:buClr>
                <a:schemeClr val="tx1"/>
              </a:buClr>
              <a:buChar char="•"/>
              <a:tabLst>
                <a:tab pos="457200" algn="l"/>
                <a:tab pos="4114800" algn="l"/>
              </a:tabLst>
              <a:defRPr sz="2200">
                <a:solidFill>
                  <a:schemeClr val="tx1"/>
                </a:solidFill>
                <a:latin typeface="Arial" panose="020B0604020202020204" pitchFamily="34" charset="0"/>
              </a:defRPr>
            </a:lvl2pPr>
            <a:lvl3pPr marL="1143000" indent="-228600">
              <a:spcBef>
                <a:spcPct val="20000"/>
              </a:spcBef>
              <a:buClr>
                <a:schemeClr val="tx1"/>
              </a:buClr>
              <a:tabLst>
                <a:tab pos="457200" algn="l"/>
                <a:tab pos="4114800" algn="l"/>
              </a:tabLst>
              <a:defRPr b="1">
                <a:solidFill>
                  <a:schemeClr val="tx1"/>
                </a:solidFill>
                <a:latin typeface="Courier New" panose="02070309020205020404" pitchFamily="49" charset="0"/>
              </a:defRPr>
            </a:lvl3pPr>
            <a:lvl4pPr marL="1600200" indent="-228600">
              <a:spcBef>
                <a:spcPct val="20000"/>
              </a:spcBef>
              <a:buClr>
                <a:schemeClr val="tx1"/>
              </a:buClr>
              <a:buChar char="–"/>
              <a:tabLst>
                <a:tab pos="457200" algn="l"/>
                <a:tab pos="4114800" algn="l"/>
              </a:tabLst>
              <a:defRPr sz="2000">
                <a:solidFill>
                  <a:schemeClr val="tx1"/>
                </a:solidFill>
                <a:latin typeface="Times New Roman" panose="02020603050405020304" pitchFamily="18" charset="0"/>
              </a:defRPr>
            </a:lvl4pPr>
            <a:lvl5pPr marL="2057400" indent="-228600">
              <a:spcBef>
                <a:spcPct val="20000"/>
              </a:spcBef>
              <a:buClr>
                <a:schemeClr val="accent1"/>
              </a:buClr>
              <a:buChar char="•"/>
              <a:tabLst>
                <a:tab pos="457200" algn="l"/>
                <a:tab pos="4114800" algn="l"/>
              </a:tabLst>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tabLst>
                <a:tab pos="457200" algn="l"/>
                <a:tab pos="4114800" algn="l"/>
              </a:tabLst>
              <a:defRPr sz="2000">
                <a:solidFill>
                  <a:schemeClr val="tx1"/>
                </a:solidFill>
                <a:latin typeface="Times New Roman" panose="02020603050405020304" pitchFamily="18" charset="0"/>
              </a:defRPr>
            </a:lvl9pPr>
          </a:lstStyle>
          <a:p>
            <a:pPr eaLnBrk="1" hangingPunct="1">
              <a:lnSpc>
                <a:spcPct val="50000"/>
              </a:lnSpc>
              <a:spcBef>
                <a:spcPct val="50000"/>
              </a:spcBef>
              <a:buClrTx/>
              <a:buFontTx/>
              <a:buNone/>
            </a:pPr>
            <a:r>
              <a:rPr lang="en-US" altLang="en-US" sz="1600" b="1">
                <a:latin typeface="Courier New" panose="02070309020205020404" pitchFamily="49" charset="0"/>
              </a:rPr>
              <a:t>	mov ebx,OFFSET CaseTable	; point EBX to the table</a:t>
            </a:r>
          </a:p>
          <a:p>
            <a:pPr eaLnBrk="1" hangingPunct="1">
              <a:lnSpc>
                <a:spcPct val="50000"/>
              </a:lnSpc>
              <a:spcBef>
                <a:spcPct val="50000"/>
              </a:spcBef>
              <a:buClrTx/>
              <a:buFontTx/>
              <a:buNone/>
            </a:pPr>
            <a:r>
              <a:rPr lang="en-US" altLang="en-US" sz="1600" b="1">
                <a:latin typeface="Courier New" panose="02070309020205020404" pitchFamily="49" charset="0"/>
              </a:rPr>
              <a:t>	mov ecx,NumberOfEntries	; loop counter</a:t>
            </a:r>
          </a:p>
          <a:p>
            <a:pPr eaLnBrk="1" hangingPunct="1">
              <a:lnSpc>
                <a:spcPct val="50000"/>
              </a:lnSpc>
              <a:spcBef>
                <a:spcPct val="50000"/>
              </a:spcBef>
              <a:buClrTx/>
              <a:buFontTx/>
              <a:buNone/>
            </a:pPr>
            <a:endParaRPr lang="en-US" altLang="en-US" sz="1600" b="1">
              <a:latin typeface="Courier New" panose="02070309020205020404" pitchFamily="49" charset="0"/>
            </a:endParaRPr>
          </a:p>
          <a:p>
            <a:pPr eaLnBrk="1" hangingPunct="1">
              <a:lnSpc>
                <a:spcPct val="50000"/>
              </a:lnSpc>
              <a:spcBef>
                <a:spcPct val="50000"/>
              </a:spcBef>
              <a:buClrTx/>
              <a:buFontTx/>
              <a:buNone/>
            </a:pPr>
            <a:r>
              <a:rPr lang="en-US" altLang="en-US" sz="1600" b="1">
                <a:latin typeface="Courier New" panose="02070309020205020404" pitchFamily="49" charset="0"/>
              </a:rPr>
              <a:t>L1:	cmp al,[ebx]	; match found?</a:t>
            </a:r>
          </a:p>
          <a:p>
            <a:pPr eaLnBrk="1" hangingPunct="1">
              <a:lnSpc>
                <a:spcPct val="50000"/>
              </a:lnSpc>
              <a:spcBef>
                <a:spcPct val="50000"/>
              </a:spcBef>
              <a:buClrTx/>
              <a:buFontTx/>
              <a:buNone/>
            </a:pPr>
            <a:r>
              <a:rPr lang="en-US" altLang="en-US" sz="1600" b="1">
                <a:latin typeface="Courier New" panose="02070309020205020404" pitchFamily="49" charset="0"/>
              </a:rPr>
              <a:t>	jne L2	; no: continue</a:t>
            </a:r>
          </a:p>
          <a:p>
            <a:pPr eaLnBrk="1" hangingPunct="1">
              <a:lnSpc>
                <a:spcPct val="50000"/>
              </a:lnSpc>
              <a:spcBef>
                <a:spcPct val="50000"/>
              </a:spcBef>
              <a:buClrTx/>
              <a:buFontTx/>
              <a:buNone/>
            </a:pPr>
            <a:r>
              <a:rPr lang="en-US" altLang="en-US" sz="1600" b="1">
                <a:latin typeface="Courier New" panose="02070309020205020404" pitchFamily="49" charset="0"/>
              </a:rPr>
              <a:t>	</a:t>
            </a:r>
            <a:r>
              <a:rPr lang="en-US" altLang="en-US" sz="1600" b="1">
                <a:solidFill>
                  <a:schemeClr val="tx2"/>
                </a:solidFill>
                <a:latin typeface="Courier New" panose="02070309020205020404" pitchFamily="49" charset="0"/>
              </a:rPr>
              <a:t>call NEAR PTR [ebx + 1]</a:t>
            </a:r>
            <a:r>
              <a:rPr lang="en-US" altLang="en-US" sz="1600" b="1">
                <a:latin typeface="Courier New" panose="02070309020205020404" pitchFamily="49" charset="0"/>
              </a:rPr>
              <a:t>	; yes: call the procedure</a:t>
            </a:r>
          </a:p>
          <a:p>
            <a:pPr eaLnBrk="1" hangingPunct="1">
              <a:lnSpc>
                <a:spcPct val="50000"/>
              </a:lnSpc>
              <a:spcBef>
                <a:spcPct val="50000"/>
              </a:spcBef>
              <a:buClrTx/>
              <a:buFontTx/>
              <a:buNone/>
            </a:pPr>
            <a:r>
              <a:rPr lang="en-US" altLang="en-US" sz="1600" b="1">
                <a:latin typeface="Courier New" panose="02070309020205020404" pitchFamily="49" charset="0"/>
              </a:rPr>
              <a:t>	call WriteString	; display message</a:t>
            </a:r>
          </a:p>
          <a:p>
            <a:pPr eaLnBrk="1" hangingPunct="1">
              <a:lnSpc>
                <a:spcPct val="50000"/>
              </a:lnSpc>
              <a:spcBef>
                <a:spcPct val="50000"/>
              </a:spcBef>
              <a:buClrTx/>
              <a:buFontTx/>
              <a:buNone/>
            </a:pPr>
            <a:r>
              <a:rPr lang="en-US" altLang="en-US" sz="1600" b="1">
                <a:latin typeface="Courier New" panose="02070309020205020404" pitchFamily="49" charset="0"/>
              </a:rPr>
              <a:t>	call Crlf</a:t>
            </a:r>
          </a:p>
          <a:p>
            <a:pPr eaLnBrk="1" hangingPunct="1">
              <a:lnSpc>
                <a:spcPct val="50000"/>
              </a:lnSpc>
              <a:spcBef>
                <a:spcPct val="50000"/>
              </a:spcBef>
              <a:buClrTx/>
              <a:buFontTx/>
              <a:buNone/>
            </a:pPr>
            <a:r>
              <a:rPr lang="en-US" altLang="en-US" sz="1600" b="1">
                <a:latin typeface="Courier New" panose="02070309020205020404" pitchFamily="49" charset="0"/>
              </a:rPr>
              <a:t>	jmp L3	; and exit the loop</a:t>
            </a:r>
          </a:p>
          <a:p>
            <a:pPr eaLnBrk="1" hangingPunct="1">
              <a:lnSpc>
                <a:spcPct val="50000"/>
              </a:lnSpc>
              <a:spcBef>
                <a:spcPct val="50000"/>
              </a:spcBef>
              <a:buClrTx/>
              <a:buFontTx/>
              <a:buNone/>
            </a:pPr>
            <a:r>
              <a:rPr lang="en-US" altLang="en-US" sz="1600" b="1">
                <a:latin typeface="Courier New" panose="02070309020205020404" pitchFamily="49" charset="0"/>
              </a:rPr>
              <a:t>L2:	add ebx,EntrySize	; point to next entry</a:t>
            </a:r>
          </a:p>
          <a:p>
            <a:pPr eaLnBrk="1" hangingPunct="1">
              <a:lnSpc>
                <a:spcPct val="50000"/>
              </a:lnSpc>
              <a:spcBef>
                <a:spcPct val="50000"/>
              </a:spcBef>
              <a:buClrTx/>
              <a:buFontTx/>
              <a:buNone/>
            </a:pPr>
            <a:r>
              <a:rPr lang="en-US" altLang="en-US" sz="1600" b="1">
                <a:latin typeface="Courier New" panose="02070309020205020404" pitchFamily="49" charset="0"/>
              </a:rPr>
              <a:t>	loop L1	; repeat until ECX = 0</a:t>
            </a:r>
          </a:p>
          <a:p>
            <a:pPr eaLnBrk="1" hangingPunct="1">
              <a:lnSpc>
                <a:spcPct val="50000"/>
              </a:lnSpc>
              <a:spcBef>
                <a:spcPct val="50000"/>
              </a:spcBef>
              <a:buClrTx/>
              <a:buFontTx/>
              <a:buNone/>
            </a:pPr>
            <a:endParaRPr lang="en-US" altLang="en-US" sz="1600" b="1">
              <a:latin typeface="Courier New" panose="02070309020205020404" pitchFamily="49" charset="0"/>
            </a:endParaRPr>
          </a:p>
          <a:p>
            <a:pPr eaLnBrk="1" hangingPunct="1">
              <a:lnSpc>
                <a:spcPct val="50000"/>
              </a:lnSpc>
              <a:spcBef>
                <a:spcPct val="50000"/>
              </a:spcBef>
              <a:buClrTx/>
              <a:buFontTx/>
              <a:buNone/>
            </a:pPr>
            <a:r>
              <a:rPr lang="en-US" altLang="en-US" sz="1600" b="1">
                <a:latin typeface="Courier New" panose="02070309020205020404" pitchFamily="49" charset="0"/>
              </a:rPr>
              <a:t>L3:</a:t>
            </a:r>
          </a:p>
        </p:txBody>
      </p:sp>
      <p:sp>
        <p:nvSpPr>
          <p:cNvPr id="75781" name="Text Box 4">
            <a:extLst>
              <a:ext uri="{FF2B5EF4-FFF2-40B4-BE49-F238E27FC236}">
                <a16:creationId xmlns:a16="http://schemas.microsoft.com/office/drawing/2014/main" id="{BAA222D7-0709-A841-88C0-14CE96CAE631}"/>
              </a:ext>
            </a:extLst>
          </p:cNvPr>
          <p:cNvSpPr txBox="1">
            <a:spLocks noChangeArrowheads="1"/>
          </p:cNvSpPr>
          <p:nvPr/>
        </p:nvSpPr>
        <p:spPr bwMode="auto">
          <a:xfrm>
            <a:off x="685800" y="1066800"/>
            <a:ext cx="78486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eaLnBrk="1" hangingPunct="1">
              <a:spcBef>
                <a:spcPct val="50000"/>
              </a:spcBef>
              <a:buClrTx/>
              <a:buFontTx/>
              <a:buNone/>
            </a:pPr>
            <a:r>
              <a:rPr lang="en-US" altLang="en-US" sz="2100"/>
              <a:t>Step 2: Use a loop to search the table. When a match is found, call the procedure offset stored in the current table entry:</a:t>
            </a:r>
          </a:p>
        </p:txBody>
      </p:sp>
      <p:sp>
        <p:nvSpPr>
          <p:cNvPr id="75782" name="Line 5">
            <a:extLst>
              <a:ext uri="{FF2B5EF4-FFF2-40B4-BE49-F238E27FC236}">
                <a16:creationId xmlns:a16="http://schemas.microsoft.com/office/drawing/2014/main" id="{68058B97-47ED-6E40-A76A-B83AB579323A}"/>
              </a:ext>
            </a:extLst>
          </p:cNvPr>
          <p:cNvSpPr>
            <a:spLocks noChangeShapeType="1"/>
          </p:cNvSpPr>
          <p:nvPr/>
        </p:nvSpPr>
        <p:spPr bwMode="auto">
          <a:xfrm flipH="1" flipV="1">
            <a:off x="2514600" y="3733800"/>
            <a:ext cx="457200" cy="1600200"/>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p>
            <a:endParaRPr lang="en-US"/>
          </a:p>
        </p:txBody>
      </p:sp>
      <p:sp>
        <p:nvSpPr>
          <p:cNvPr id="75783" name="Text Box 6">
            <a:extLst>
              <a:ext uri="{FF2B5EF4-FFF2-40B4-BE49-F238E27FC236}">
                <a16:creationId xmlns:a16="http://schemas.microsoft.com/office/drawing/2014/main" id="{58C52438-CD40-7E40-A630-E3F76FA59445}"/>
              </a:ext>
            </a:extLst>
          </p:cNvPr>
          <p:cNvSpPr txBox="1">
            <a:spLocks noChangeArrowheads="1"/>
          </p:cNvSpPr>
          <p:nvPr/>
        </p:nvSpPr>
        <p:spPr bwMode="auto">
          <a:xfrm>
            <a:off x="2057400" y="5181600"/>
            <a:ext cx="20574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137160" bIns="137160">
            <a:spAutoFit/>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lgn="ctr" eaLnBrk="1" hangingPunct="1">
              <a:spcBef>
                <a:spcPct val="50000"/>
              </a:spcBef>
              <a:buClrTx/>
              <a:buFontTx/>
              <a:buNone/>
            </a:pPr>
            <a:r>
              <a:rPr lang="en-US" altLang="en-US" sz="1500"/>
              <a:t>required for procedure pointers</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8D0A185-B35B-6F44-A1E0-1C20422CFCA9}"/>
                  </a:ext>
                </a:extLst>
              </p14:cNvPr>
              <p14:cNvContentPartPr/>
              <p14:nvPr/>
            </p14:nvContentPartPr>
            <p14:xfrm>
              <a:off x="122040" y="908640"/>
              <a:ext cx="7005960" cy="5013360"/>
            </p14:xfrm>
          </p:contentPart>
        </mc:Choice>
        <mc:Fallback xmlns="">
          <p:pic>
            <p:nvPicPr>
              <p:cNvPr id="2" name="Ink 1">
                <a:extLst>
                  <a:ext uri="{FF2B5EF4-FFF2-40B4-BE49-F238E27FC236}">
                    <a16:creationId xmlns:a16="http://schemas.microsoft.com/office/drawing/2014/main" id="{58D0A185-B35B-6F44-A1E0-1C20422CFCA9}"/>
                  </a:ext>
                </a:extLst>
              </p:cNvPr>
              <p:cNvPicPr/>
              <p:nvPr/>
            </p:nvPicPr>
            <p:blipFill>
              <a:blip r:embed="rId4"/>
              <a:stretch>
                <a:fillRect/>
              </a:stretch>
            </p:blipFill>
            <p:spPr>
              <a:xfrm>
                <a:off x="105840" y="892440"/>
                <a:ext cx="7038360" cy="5038920"/>
              </a:xfrm>
              <a:prstGeom prst="rect">
                <a:avLst/>
              </a:prstGeom>
            </p:spPr>
          </p:pic>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Footer Placeholder 3">
            <a:extLst>
              <a:ext uri="{FF2B5EF4-FFF2-40B4-BE49-F238E27FC236}">
                <a16:creationId xmlns:a16="http://schemas.microsoft.com/office/drawing/2014/main" id="{7074EF3B-1408-BF46-95B0-834AA479628B}"/>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74754" name="Slide Number Placeholder 4">
            <a:extLst>
              <a:ext uri="{FF2B5EF4-FFF2-40B4-BE49-F238E27FC236}">
                <a16:creationId xmlns:a16="http://schemas.microsoft.com/office/drawing/2014/main" id="{FF322EC9-F87B-184F-89BF-CF2DE6A9A3E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FE6977BB-FBA9-3443-B6F9-6BAD150BB337}" type="slidenum">
              <a:rPr lang="en-US" altLang="en-US" sz="1600">
                <a:latin typeface="Times New Roman" panose="02020603050405020304" pitchFamily="18" charset="0"/>
              </a:rPr>
              <a:pPr>
                <a:spcBef>
                  <a:spcPct val="0"/>
                </a:spcBef>
                <a:buClrTx/>
                <a:buFontTx/>
                <a:buNone/>
              </a:pPr>
              <a:t>37</a:t>
            </a:fld>
            <a:endParaRPr lang="en-US" altLang="en-US" sz="1600">
              <a:latin typeface="Times New Roman" panose="02020603050405020304" pitchFamily="18" charset="0"/>
            </a:endParaRPr>
          </a:p>
        </p:txBody>
      </p:sp>
      <p:sp>
        <p:nvSpPr>
          <p:cNvPr id="168964" name="Rectangle 4">
            <a:extLst>
              <a:ext uri="{FF2B5EF4-FFF2-40B4-BE49-F238E27FC236}">
                <a16:creationId xmlns:a16="http://schemas.microsoft.com/office/drawing/2014/main" id="{22C6253E-F861-6A4D-BD62-36BE694B5F39}"/>
              </a:ext>
            </a:extLst>
          </p:cNvPr>
          <p:cNvSpPr>
            <a:spLocks noGrp="1" noChangeArrowheads="1"/>
          </p:cNvSpPr>
          <p:nvPr>
            <p:ph type="title"/>
          </p:nvPr>
        </p:nvSpPr>
        <p:spPr/>
        <p:txBody>
          <a:bodyPr/>
          <a:lstStyle/>
          <a:p>
            <a:pPr eaLnBrk="1" hangingPunct="1">
              <a:defRPr/>
            </a:pPr>
            <a:r>
              <a:rPr lang="en-US"/>
              <a:t>Table-Driven Selection</a:t>
            </a:r>
            <a:r>
              <a:rPr lang="en-US" sz="2400"/>
              <a:t>  (3 of 4)</a:t>
            </a:r>
          </a:p>
        </p:txBody>
      </p:sp>
      <p:sp>
        <p:nvSpPr>
          <p:cNvPr id="74756" name="Rectangle 7">
            <a:extLst>
              <a:ext uri="{FF2B5EF4-FFF2-40B4-BE49-F238E27FC236}">
                <a16:creationId xmlns:a16="http://schemas.microsoft.com/office/drawing/2014/main" id="{D869C516-6E9E-4445-A64C-2B612891E8D6}"/>
              </a:ext>
            </a:extLst>
          </p:cNvPr>
          <p:cNvSpPr>
            <a:spLocks noGrp="1" noChangeArrowheads="1"/>
          </p:cNvSpPr>
          <p:nvPr>
            <p:ph type="body" idx="1"/>
          </p:nvPr>
        </p:nvSpPr>
        <p:spPr/>
        <p:txBody>
          <a:bodyPr/>
          <a:lstStyle/>
          <a:p>
            <a:pPr eaLnBrk="1" hangingPunct="1">
              <a:buFontTx/>
              <a:buNone/>
            </a:pPr>
            <a:r>
              <a:rPr lang="en-US" altLang="en-US"/>
              <a:t>Table of Procedure Offsets:</a:t>
            </a:r>
          </a:p>
        </p:txBody>
      </p:sp>
      <p:pic>
        <p:nvPicPr>
          <p:cNvPr id="74757" name="Picture 6">
            <a:extLst>
              <a:ext uri="{FF2B5EF4-FFF2-40B4-BE49-F238E27FC236}">
                <a16:creationId xmlns:a16="http://schemas.microsoft.com/office/drawing/2014/main" id="{E4C30440-7EA4-9441-914D-866AF0CA4C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133600"/>
            <a:ext cx="7310438" cy="163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Footer Placeholder 3">
            <a:extLst>
              <a:ext uri="{FF2B5EF4-FFF2-40B4-BE49-F238E27FC236}">
                <a16:creationId xmlns:a16="http://schemas.microsoft.com/office/drawing/2014/main" id="{1D3016FF-E5E2-5F4D-8683-9CA551898B50}"/>
              </a:ext>
            </a:extLst>
          </p:cNvPr>
          <p:cNvSpPr>
            <a:spLocks noGrp="1"/>
          </p:cNvSpPr>
          <p:nvPr>
            <p:ph type="ftr"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r>
              <a:rPr lang="en-US" altLang="en-US" sz="1000"/>
              <a:t>Irvine, Kip R. Assembly Language for x86 Processors 6/e, 2010.</a:t>
            </a:r>
          </a:p>
        </p:txBody>
      </p:sp>
      <p:sp>
        <p:nvSpPr>
          <p:cNvPr id="97282" name="Slide Number Placeholder 4">
            <a:extLst>
              <a:ext uri="{FF2B5EF4-FFF2-40B4-BE49-F238E27FC236}">
                <a16:creationId xmlns:a16="http://schemas.microsoft.com/office/drawing/2014/main" id="{E50C7803-5AFE-6548-9370-847494D897B2}"/>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1"/>
              </a:buClr>
              <a:buChar char="•"/>
              <a:defRPr sz="2400">
                <a:solidFill>
                  <a:schemeClr val="tx1"/>
                </a:solidFill>
                <a:latin typeface="Arial" panose="020B0604020202020204" pitchFamily="34" charset="0"/>
              </a:defRPr>
            </a:lvl1pPr>
            <a:lvl2pPr marL="742950" indent="-285750">
              <a:spcBef>
                <a:spcPct val="20000"/>
              </a:spcBef>
              <a:buClr>
                <a:schemeClr val="tx1"/>
              </a:buClr>
              <a:buChar char="•"/>
              <a:defRPr sz="2200">
                <a:solidFill>
                  <a:schemeClr val="tx1"/>
                </a:solidFill>
                <a:latin typeface="Arial" panose="020B0604020202020204" pitchFamily="34" charset="0"/>
              </a:defRPr>
            </a:lvl2pPr>
            <a:lvl3pPr marL="1143000" indent="-228600">
              <a:spcBef>
                <a:spcPct val="20000"/>
              </a:spcBef>
              <a:buClr>
                <a:schemeClr val="tx1"/>
              </a:buClr>
              <a:defRPr b="1">
                <a:solidFill>
                  <a:schemeClr val="tx1"/>
                </a:solidFill>
                <a:latin typeface="Courier New" panose="02070309020205020404" pitchFamily="49"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accent1"/>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accent1"/>
              </a:buClr>
              <a:buChar char="•"/>
              <a:defRPr sz="2000">
                <a:solidFill>
                  <a:schemeClr val="tx1"/>
                </a:solidFill>
                <a:latin typeface="Times New Roman" panose="02020603050405020304" pitchFamily="18" charset="0"/>
              </a:defRPr>
            </a:lvl9pPr>
          </a:lstStyle>
          <a:p>
            <a:pPr>
              <a:spcBef>
                <a:spcPct val="0"/>
              </a:spcBef>
              <a:buClrTx/>
              <a:buFontTx/>
              <a:buNone/>
            </a:pPr>
            <a:fld id="{7808FE84-CD2D-5B4A-88FD-3025657C9A96}" type="slidenum">
              <a:rPr lang="en-US" altLang="en-US" sz="1600">
                <a:latin typeface="Times New Roman" panose="02020603050405020304" pitchFamily="18" charset="0"/>
              </a:rPr>
              <a:pPr>
                <a:spcBef>
                  <a:spcPct val="0"/>
                </a:spcBef>
                <a:buClrTx/>
                <a:buFontTx/>
                <a:buNone/>
              </a:pPr>
              <a:t>38</a:t>
            </a:fld>
            <a:endParaRPr lang="en-US" altLang="en-US" sz="1600">
              <a:latin typeface="Times New Roman" panose="02020603050405020304" pitchFamily="18" charset="0"/>
            </a:endParaRPr>
          </a:p>
        </p:txBody>
      </p:sp>
      <p:sp>
        <p:nvSpPr>
          <p:cNvPr id="163842" name="Rectangle 2">
            <a:extLst>
              <a:ext uri="{FF2B5EF4-FFF2-40B4-BE49-F238E27FC236}">
                <a16:creationId xmlns:a16="http://schemas.microsoft.com/office/drawing/2014/main" id="{BB618226-2F7F-AC43-81D4-3FC6E0622837}"/>
              </a:ext>
            </a:extLst>
          </p:cNvPr>
          <p:cNvSpPr>
            <a:spLocks noGrp="1" noChangeArrowheads="1"/>
          </p:cNvSpPr>
          <p:nvPr>
            <p:ph type="title"/>
          </p:nvPr>
        </p:nvSpPr>
        <p:spPr/>
        <p:txBody>
          <a:bodyPr/>
          <a:lstStyle/>
          <a:p>
            <a:pPr eaLnBrk="1" hangingPunct="1">
              <a:defRPr/>
            </a:pPr>
            <a:r>
              <a:rPr lang="en-US"/>
              <a:t>Summary</a:t>
            </a:r>
          </a:p>
        </p:txBody>
      </p:sp>
      <p:sp>
        <p:nvSpPr>
          <p:cNvPr id="97284" name="Rectangle 3">
            <a:extLst>
              <a:ext uri="{FF2B5EF4-FFF2-40B4-BE49-F238E27FC236}">
                <a16:creationId xmlns:a16="http://schemas.microsoft.com/office/drawing/2014/main" id="{CEA53603-E3BE-DB4E-83D7-E904611BCAB7}"/>
              </a:ext>
            </a:extLst>
          </p:cNvPr>
          <p:cNvSpPr>
            <a:spLocks noGrp="1" noChangeArrowheads="1"/>
          </p:cNvSpPr>
          <p:nvPr>
            <p:ph type="body" idx="1"/>
          </p:nvPr>
        </p:nvSpPr>
        <p:spPr>
          <a:xfrm>
            <a:off x="685800" y="1143000"/>
            <a:ext cx="7772400" cy="4800600"/>
          </a:xfrm>
        </p:spPr>
        <p:txBody>
          <a:bodyPr/>
          <a:lstStyle/>
          <a:p>
            <a:pPr eaLnBrk="1" hangingPunct="1"/>
            <a:r>
              <a:rPr lang="en-US" altLang="en-US" sz="2000"/>
              <a:t>Bitwise instructions (AND, OR, XOR, NOT, TEST) </a:t>
            </a:r>
          </a:p>
          <a:p>
            <a:pPr lvl="1" eaLnBrk="1" hangingPunct="1"/>
            <a:r>
              <a:rPr lang="en-US" altLang="en-US" sz="2000"/>
              <a:t>manipulate individual bits in operands</a:t>
            </a:r>
          </a:p>
          <a:p>
            <a:pPr eaLnBrk="1" hangingPunct="1"/>
            <a:r>
              <a:rPr lang="en-US" altLang="en-US" sz="2000"/>
              <a:t>CMP – compares operands using implied subtraction</a:t>
            </a:r>
          </a:p>
          <a:p>
            <a:pPr lvl="1" eaLnBrk="1" hangingPunct="1"/>
            <a:r>
              <a:rPr lang="en-US" altLang="en-US" sz="2000"/>
              <a:t>sets condition flags</a:t>
            </a:r>
          </a:p>
          <a:p>
            <a:pPr eaLnBrk="1" hangingPunct="1"/>
            <a:r>
              <a:rPr lang="en-US" altLang="en-US" sz="2000"/>
              <a:t>Conditional Jumps &amp; Loops</a:t>
            </a:r>
          </a:p>
          <a:p>
            <a:pPr lvl="1" eaLnBrk="1" hangingPunct="1"/>
            <a:r>
              <a:rPr lang="en-US" altLang="en-US" sz="2000"/>
              <a:t>equality: JE, JNE</a:t>
            </a:r>
          </a:p>
          <a:p>
            <a:pPr lvl="1" eaLnBrk="1" hangingPunct="1"/>
            <a:r>
              <a:rPr lang="en-US" altLang="en-US" sz="2000"/>
              <a:t>flag values: JC, JZ, JNC, JP, ...</a:t>
            </a:r>
          </a:p>
          <a:p>
            <a:pPr lvl="1" eaLnBrk="1" hangingPunct="1"/>
            <a:r>
              <a:rPr lang="en-US" altLang="en-US" sz="2000"/>
              <a:t>signed: JG, JL, JNG, ...</a:t>
            </a:r>
          </a:p>
          <a:p>
            <a:pPr lvl="1" eaLnBrk="1" hangingPunct="1"/>
            <a:r>
              <a:rPr lang="en-US" altLang="en-US" sz="2000"/>
              <a:t>unsigned: JA, JB, JNA, ...</a:t>
            </a:r>
          </a:p>
          <a:p>
            <a:pPr lvl="1" eaLnBrk="1" hangingPunct="1"/>
            <a:r>
              <a:rPr lang="en-US" altLang="en-US" sz="2000"/>
              <a:t>LOOPZ, LOOPNZ, LOOPE, LOOPNE</a:t>
            </a:r>
          </a:p>
          <a:p>
            <a:pPr eaLnBrk="1" hangingPunct="1"/>
            <a:r>
              <a:rPr lang="en-US" altLang="en-US" sz="2000"/>
              <a:t>Flowcharts – logic diagramming tool</a:t>
            </a:r>
          </a:p>
          <a:p>
            <a:pPr eaLnBrk="1" hangingPunct="1"/>
            <a:r>
              <a:rPr lang="en-US" altLang="en-US" sz="2000"/>
              <a:t>Finite-state machine – tracks state changes at runtime</a:t>
            </a:r>
          </a:p>
        </p:txBody>
      </p:sp>
    </p:spTree>
  </p:cSld>
  <p:clrMapOvr>
    <a:masterClrMapping/>
  </p:clrMapOvr>
</p:sld>
</file>

<file path=ppt/theme/theme1.xml><?xml version="1.0" encoding="utf-8"?>
<a:theme xmlns:a="http://schemas.openxmlformats.org/drawingml/2006/main" name="Soaring">
  <a:themeElements>
    <a:clrScheme name="">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ECFE02"/>
      </a:hlink>
      <a:folHlink>
        <a:srgbClr val="FFFF00"/>
      </a:folHlink>
    </a:clrScheme>
    <a:fontScheme name="Soaring">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137160" rIns="91440" bIns="13716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1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137160" rIns="91440" bIns="13716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100" b="0" i="0" u="none" strike="noStrike" cap="none" normalizeH="0" baseline="0" smtClean="0">
            <a:ln>
              <a:noFill/>
            </a:ln>
            <a:solidFill>
              <a:schemeClr val="tx1"/>
            </a:solidFill>
            <a:effectLst/>
            <a:latin typeface="Arial" charset="0"/>
          </a:defRPr>
        </a:defPPr>
      </a:lstStyle>
    </a:lnDef>
  </a:objectDefaults>
  <a:extraClrSchemeLst>
    <a:extraClrScheme>
      <a:clrScheme name="Soaring 1">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4">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D:\ProgramFiles2000\Microsoft Office\Templates\Presentation Designs\Soaring.pot</Template>
  <TotalTime>7833</TotalTime>
  <Words>6305</Words>
  <Application>Microsoft Office PowerPoint</Application>
  <PresentationFormat>On-screen Show (4:3)</PresentationFormat>
  <Paragraphs>914</Paragraphs>
  <Slides>38</Slides>
  <Notes>5</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Soaring</vt:lpstr>
      <vt:lpstr>Assembly Language for x86 Processors 6th Edition  </vt:lpstr>
      <vt:lpstr>Chapter Overview</vt:lpstr>
      <vt:lpstr>Boolean and Comparison Instructions</vt:lpstr>
      <vt:lpstr>Status Flags - Review</vt:lpstr>
      <vt:lpstr>AND Instruction</vt:lpstr>
      <vt:lpstr>OR Instruction</vt:lpstr>
      <vt:lpstr>XOR Instruction</vt:lpstr>
      <vt:lpstr>NOT Instruction</vt:lpstr>
      <vt:lpstr>Bit-Mapped Sets</vt:lpstr>
      <vt:lpstr>Bit-Mapped Set Operations</vt:lpstr>
      <vt:lpstr>TEST Instruction</vt:lpstr>
      <vt:lpstr>CMP Instruction  (1 of 3)</vt:lpstr>
      <vt:lpstr>What's Next</vt:lpstr>
      <vt:lpstr>Conditional Jumps</vt:lpstr>
      <vt:lpstr>Jcond Instruction</vt:lpstr>
      <vt:lpstr>Jumps Based on Specific Flags</vt:lpstr>
      <vt:lpstr>Jumps Based on Equality</vt:lpstr>
      <vt:lpstr>Jumps Based on Unsigned Comparisons</vt:lpstr>
      <vt:lpstr>Jumps Based on Signed Comparisons</vt:lpstr>
      <vt:lpstr>String Encryption Program</vt:lpstr>
      <vt:lpstr>Encrypting a String</vt:lpstr>
      <vt:lpstr>Encrypting a String</vt:lpstr>
      <vt:lpstr>BT (Bit Test) Instruction</vt:lpstr>
      <vt:lpstr>What's Next</vt:lpstr>
      <vt:lpstr>Conditional Loop Instructions</vt:lpstr>
      <vt:lpstr>LOOPZ and LOOPE</vt:lpstr>
      <vt:lpstr>LOOPNZ and LOOPNE</vt:lpstr>
      <vt:lpstr>LOOPNZ Example</vt:lpstr>
      <vt:lpstr>What's Next</vt:lpstr>
      <vt:lpstr>Table-Driven Selection  (1 of 4)</vt:lpstr>
      <vt:lpstr>Case Table</vt:lpstr>
      <vt:lpstr>Step 1 a: Set of Procedures that will be called</vt:lpstr>
      <vt:lpstr>Set of Procedures</vt:lpstr>
      <vt:lpstr>Table-Driven Selection  (2 of 4)</vt:lpstr>
      <vt:lpstr>Table-Driven Selection  (2 of 4)</vt:lpstr>
      <vt:lpstr>Table-Driven Selection  (4 of 4)</vt:lpstr>
      <vt:lpstr>Table-Driven Selection  (3 of 4)</vt:lpstr>
      <vt:lpstr>Summary</vt:lpstr>
    </vt:vector>
  </TitlesOfParts>
  <Company>Prentice-Hall Publishing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dc:title>
  <dc:subject>Conditional Processing</dc:subject>
  <dc:creator>Kip Irvine</dc:creator>
  <cp:lastModifiedBy>Sanjeev Baskiyar</cp:lastModifiedBy>
  <cp:revision>629</cp:revision>
  <cp:lastPrinted>1601-01-01T00:00:00Z</cp:lastPrinted>
  <dcterms:created xsi:type="dcterms:W3CDTF">2002-05-30T02:31:33Z</dcterms:created>
  <dcterms:modified xsi:type="dcterms:W3CDTF">2020-04-05T04:40:24Z</dcterms:modified>
</cp:coreProperties>
</file>